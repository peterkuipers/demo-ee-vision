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5" r:id="rId2"/>
  </p:sldMasterIdLst>
  <p:notesMasterIdLst>
    <p:notesMasterId r:id="rId26"/>
  </p:notesMasterIdLst>
  <p:sldIdLst>
    <p:sldId id="278" r:id="rId3"/>
    <p:sldId id="301" r:id="rId4"/>
    <p:sldId id="302" r:id="rId5"/>
    <p:sldId id="304" r:id="rId6"/>
    <p:sldId id="303" r:id="rId7"/>
    <p:sldId id="305" r:id="rId8"/>
    <p:sldId id="328" r:id="rId9"/>
    <p:sldId id="340" r:id="rId10"/>
    <p:sldId id="341" r:id="rId11"/>
    <p:sldId id="342" r:id="rId12"/>
    <p:sldId id="338" r:id="rId13"/>
    <p:sldId id="343" r:id="rId14"/>
    <p:sldId id="344" r:id="rId15"/>
    <p:sldId id="345" r:id="rId16"/>
    <p:sldId id="346" r:id="rId17"/>
    <p:sldId id="333" r:id="rId18"/>
    <p:sldId id="347" r:id="rId19"/>
    <p:sldId id="348" r:id="rId20"/>
    <p:sldId id="349" r:id="rId21"/>
    <p:sldId id="350" r:id="rId22"/>
    <p:sldId id="351" r:id="rId23"/>
    <p:sldId id="352" r:id="rId24"/>
    <p:sldId id="277" r:id="rId25"/>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10B855"/>
    <a:srgbClr val="B2E5FF"/>
    <a:srgbClr val="073563"/>
    <a:srgbClr val="083564"/>
    <a:srgbClr val="0A3869"/>
    <a:srgbClr val="065CCF"/>
    <a:srgbClr val="FADBD8"/>
    <a:srgbClr val="156082"/>
    <a:srgbClr val="B92F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3903CA-9CBD-4B5E-9D9E-703CF20B4DBF}" v="99" dt="2026-09-02T08:45:04.9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70870" autoAdjust="0"/>
  </p:normalViewPr>
  <p:slideViewPr>
    <p:cSldViewPr snapToGrid="0">
      <p:cViewPr varScale="1">
        <p:scale>
          <a:sx n="114" d="100"/>
          <a:sy n="114" d="100"/>
        </p:scale>
        <p:origin x="2016" y="68"/>
      </p:cViewPr>
      <p:guideLst/>
    </p:cSldViewPr>
  </p:slideViewPr>
  <p:notesTextViewPr>
    <p:cViewPr>
      <p:scale>
        <a:sx n="1" d="1"/>
        <a:sy n="1" d="1"/>
      </p:scale>
      <p:origin x="0" y="0"/>
    </p:cViewPr>
  </p:notesTextViewPr>
  <p:notesViewPr>
    <p:cSldViewPr snapToGrid="0" showGuides="1">
      <p:cViewPr varScale="1">
        <p:scale>
          <a:sx n="122" d="100"/>
          <a:sy n="122" d="100"/>
        </p:scale>
        <p:origin x="5004"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Kuipers" userId="a12a943f-8344-4ca7-bd31-39cacc782748" providerId="ADAL" clId="{1050B411-FDCA-46C9-BEEC-433C625492D1}"/>
    <pc:docChg chg="delSld modSld">
      <pc:chgData name="Peter Kuipers" userId="a12a943f-8344-4ca7-bd31-39cacc782748" providerId="ADAL" clId="{1050B411-FDCA-46C9-BEEC-433C625492D1}" dt="2026-08-24T09:02:27.977" v="44" actId="20577"/>
      <pc:docMkLst>
        <pc:docMk/>
      </pc:docMkLst>
      <pc:sldChg chg="modSp mod">
        <pc:chgData name="Peter Kuipers" userId="a12a943f-8344-4ca7-bd31-39cacc782748" providerId="ADAL" clId="{1050B411-FDCA-46C9-BEEC-433C625492D1}" dt="2026-08-24T09:02:27.977" v="44" actId="20577"/>
        <pc:sldMkLst>
          <pc:docMk/>
          <pc:sldMk cId="3077042158" sldId="278"/>
        </pc:sldMkLst>
        <pc:spChg chg="mod">
          <ac:chgData name="Peter Kuipers" userId="a12a943f-8344-4ca7-bd31-39cacc782748" providerId="ADAL" clId="{1050B411-FDCA-46C9-BEEC-433C625492D1}" dt="2026-08-24T09:02:27.977" v="44" actId="20577"/>
          <ac:spMkLst>
            <pc:docMk/>
            <pc:sldMk cId="3077042158" sldId="278"/>
            <ac:spMk id="8" creationId="{79B12746-2218-A0E7-511A-14FB54A34782}"/>
          </ac:spMkLst>
        </pc:spChg>
      </pc:sldChg>
    </pc:docChg>
  </pc:docChgLst>
  <pc:docChgLst>
    <pc:chgData name="Peter Kuipers" userId="a12a943f-8344-4ca7-bd31-39cacc782748" providerId="ADAL" clId="{E72D8EA5-BE87-4EA9-B466-D6AEDE98FE40}"/>
    <pc:docChg chg="undo custSel addSld delSld modSld sldOrd">
      <pc:chgData name="Peter Kuipers" userId="a12a943f-8344-4ca7-bd31-39cacc782748" providerId="ADAL" clId="{E72D8EA5-BE87-4EA9-B466-D6AEDE98FE40}" dt="2026-09-02T08:57:36.349" v="5625" actId="120"/>
      <pc:docMkLst>
        <pc:docMk/>
      </pc:docMkLst>
      <pc:sldChg chg="addSp delSp modSp add mod">
        <pc:chgData name="Peter Kuipers" userId="a12a943f-8344-4ca7-bd31-39cacc782748" providerId="ADAL" clId="{E72D8EA5-BE87-4EA9-B466-D6AEDE98FE40}" dt="2026-09-02T03:51:26.572" v="1229" actId="21"/>
        <pc:sldMkLst>
          <pc:docMk/>
          <pc:sldMk cId="1554723343" sldId="333"/>
        </pc:sldMkLst>
        <pc:spChg chg="mod">
          <ac:chgData name="Peter Kuipers" userId="a12a943f-8344-4ca7-bd31-39cacc782748" providerId="ADAL" clId="{E72D8EA5-BE87-4EA9-B466-D6AEDE98FE40}" dt="2026-09-02T03:30:32.071" v="1073" actId="20577"/>
          <ac:spMkLst>
            <pc:docMk/>
            <pc:sldMk cId="1554723343" sldId="333"/>
            <ac:spMk id="2" creationId="{68729BFA-698F-4DE6-755F-8CC6BC44FEA5}"/>
          </ac:spMkLst>
        </pc:spChg>
        <pc:spChg chg="add del">
          <ac:chgData name="Peter Kuipers" userId="a12a943f-8344-4ca7-bd31-39cacc782748" providerId="ADAL" clId="{E72D8EA5-BE87-4EA9-B466-D6AEDE98FE40}" dt="2026-09-02T03:51:26.572" v="1229" actId="21"/>
          <ac:spMkLst>
            <pc:docMk/>
            <pc:sldMk cId="1554723343" sldId="333"/>
            <ac:spMk id="4" creationId="{299C8FF6-D3FC-9089-CE51-1D91DF998A3A}"/>
          </ac:spMkLst>
        </pc:spChg>
        <pc:spChg chg="mod">
          <ac:chgData name="Peter Kuipers" userId="a12a943f-8344-4ca7-bd31-39cacc782748" providerId="ADAL" clId="{E72D8EA5-BE87-4EA9-B466-D6AEDE98FE40}" dt="2026-09-02T03:44:03.606" v="1136" actId="20577"/>
          <ac:spMkLst>
            <pc:docMk/>
            <pc:sldMk cId="1554723343" sldId="333"/>
            <ac:spMk id="9" creationId="{55AE3150-37F4-CA46-D758-DD834F9C272E}"/>
          </ac:spMkLst>
        </pc:spChg>
        <pc:spChg chg="mod">
          <ac:chgData name="Peter Kuipers" userId="a12a943f-8344-4ca7-bd31-39cacc782748" providerId="ADAL" clId="{E72D8EA5-BE87-4EA9-B466-D6AEDE98FE40}" dt="2026-09-02T03:44:15.285" v="1143" actId="20577"/>
          <ac:spMkLst>
            <pc:docMk/>
            <pc:sldMk cId="1554723343" sldId="333"/>
            <ac:spMk id="13" creationId="{1583380F-EC0D-6DC2-A558-2D2CD4813E01}"/>
          </ac:spMkLst>
        </pc:spChg>
      </pc:sldChg>
      <pc:sldChg chg="add del">
        <pc:chgData name="Peter Kuipers" userId="a12a943f-8344-4ca7-bd31-39cacc782748" providerId="ADAL" clId="{E72D8EA5-BE87-4EA9-B466-D6AEDE98FE40}" dt="2026-09-02T04:51:54.266" v="2704" actId="47"/>
        <pc:sldMkLst>
          <pc:docMk/>
          <pc:sldMk cId="1770552876" sldId="334"/>
        </pc:sldMkLst>
      </pc:sldChg>
      <pc:sldChg chg="modSp add mod ord">
        <pc:chgData name="Peter Kuipers" userId="a12a943f-8344-4ca7-bd31-39cacc782748" providerId="ADAL" clId="{E72D8EA5-BE87-4EA9-B466-D6AEDE98FE40}" dt="2026-09-02T03:03:55.820" v="53" actId="20577"/>
        <pc:sldMkLst>
          <pc:docMk/>
          <pc:sldMk cId="2211039427" sldId="344"/>
        </pc:sldMkLst>
        <pc:spChg chg="mod">
          <ac:chgData name="Peter Kuipers" userId="a12a943f-8344-4ca7-bd31-39cacc782748" providerId="ADAL" clId="{E72D8EA5-BE87-4EA9-B466-D6AEDE98FE40}" dt="2026-09-02T03:03:55.820" v="53" actId="20577"/>
          <ac:spMkLst>
            <pc:docMk/>
            <pc:sldMk cId="2211039427" sldId="344"/>
            <ac:spMk id="2" creationId="{73CBBFF1-07CD-C957-42A8-4427A2F6A9A4}"/>
          </ac:spMkLst>
        </pc:spChg>
      </pc:sldChg>
      <pc:sldChg chg="addSp modSp add mod setBg">
        <pc:chgData name="Peter Kuipers" userId="a12a943f-8344-4ca7-bd31-39cacc782748" providerId="ADAL" clId="{E72D8EA5-BE87-4EA9-B466-D6AEDE98FE40}" dt="2026-09-02T03:11:54.791" v="259" actId="1076"/>
        <pc:sldMkLst>
          <pc:docMk/>
          <pc:sldMk cId="671985495" sldId="345"/>
        </pc:sldMkLst>
        <pc:spChg chg="mod">
          <ac:chgData name="Peter Kuipers" userId="a12a943f-8344-4ca7-bd31-39cacc782748" providerId="ADAL" clId="{E72D8EA5-BE87-4EA9-B466-D6AEDE98FE40}" dt="2026-09-02T03:04:15.397" v="65" actId="20577"/>
          <ac:spMkLst>
            <pc:docMk/>
            <pc:sldMk cId="671985495" sldId="345"/>
            <ac:spMk id="2" creationId="{02E57BC3-D18A-518D-198C-C662B84E499A}"/>
          </ac:spMkLst>
        </pc:spChg>
        <pc:spChg chg="add mod">
          <ac:chgData name="Peter Kuipers" userId="a12a943f-8344-4ca7-bd31-39cacc782748" providerId="ADAL" clId="{E72D8EA5-BE87-4EA9-B466-D6AEDE98FE40}" dt="2026-09-02T03:08:16.070" v="219" actId="207"/>
          <ac:spMkLst>
            <pc:docMk/>
            <pc:sldMk cId="671985495" sldId="345"/>
            <ac:spMk id="3" creationId="{B6B0965B-A82B-7D04-54BF-6E5B316DC47E}"/>
          </ac:spMkLst>
        </pc:spChg>
        <pc:spChg chg="add mod">
          <ac:chgData name="Peter Kuipers" userId="a12a943f-8344-4ca7-bd31-39cacc782748" providerId="ADAL" clId="{E72D8EA5-BE87-4EA9-B466-D6AEDE98FE40}" dt="2026-09-02T03:08:48.950" v="223" actId="14100"/>
          <ac:spMkLst>
            <pc:docMk/>
            <pc:sldMk cId="671985495" sldId="345"/>
            <ac:spMk id="5" creationId="{9E4F9094-6EC8-DD94-83FD-73D08AD7DDBB}"/>
          </ac:spMkLst>
        </pc:spChg>
        <pc:spChg chg="add mod">
          <ac:chgData name="Peter Kuipers" userId="a12a943f-8344-4ca7-bd31-39cacc782748" providerId="ADAL" clId="{E72D8EA5-BE87-4EA9-B466-D6AEDE98FE40}" dt="2026-09-02T03:08:56.314" v="225" actId="1076"/>
          <ac:spMkLst>
            <pc:docMk/>
            <pc:sldMk cId="671985495" sldId="345"/>
            <ac:spMk id="11" creationId="{A6EF5B81-4589-660D-0E19-07DF4E372F6D}"/>
          </ac:spMkLst>
        </pc:spChg>
        <pc:spChg chg="add mod">
          <ac:chgData name="Peter Kuipers" userId="a12a943f-8344-4ca7-bd31-39cacc782748" providerId="ADAL" clId="{E72D8EA5-BE87-4EA9-B466-D6AEDE98FE40}" dt="2026-09-02T03:09:00.902" v="227" actId="1076"/>
          <ac:spMkLst>
            <pc:docMk/>
            <pc:sldMk cId="671985495" sldId="345"/>
            <ac:spMk id="13" creationId="{E6EC87CA-0A91-B581-D384-FB45A963DE73}"/>
          </ac:spMkLst>
        </pc:spChg>
        <pc:spChg chg="add mod">
          <ac:chgData name="Peter Kuipers" userId="a12a943f-8344-4ca7-bd31-39cacc782748" providerId="ADAL" clId="{E72D8EA5-BE87-4EA9-B466-D6AEDE98FE40}" dt="2026-09-02T03:09:11.968" v="229" actId="1076"/>
          <ac:spMkLst>
            <pc:docMk/>
            <pc:sldMk cId="671985495" sldId="345"/>
            <ac:spMk id="18" creationId="{5A89AB12-5E0E-9599-DDEF-02A04AF66354}"/>
          </ac:spMkLst>
        </pc:spChg>
        <pc:spChg chg="add mod">
          <ac:chgData name="Peter Kuipers" userId="a12a943f-8344-4ca7-bd31-39cacc782748" providerId="ADAL" clId="{E72D8EA5-BE87-4EA9-B466-D6AEDE98FE40}" dt="2026-09-02T03:09:24.510" v="231" actId="1076"/>
          <ac:spMkLst>
            <pc:docMk/>
            <pc:sldMk cId="671985495" sldId="345"/>
            <ac:spMk id="22" creationId="{863CB267-3E8E-F25C-C13B-F61C78D6AAFA}"/>
          </ac:spMkLst>
        </pc:spChg>
        <pc:spChg chg="add mod">
          <ac:chgData name="Peter Kuipers" userId="a12a943f-8344-4ca7-bd31-39cacc782748" providerId="ADAL" clId="{E72D8EA5-BE87-4EA9-B466-D6AEDE98FE40}" dt="2026-09-02T03:09:41.887" v="233" actId="1076"/>
          <ac:spMkLst>
            <pc:docMk/>
            <pc:sldMk cId="671985495" sldId="345"/>
            <ac:spMk id="26" creationId="{F4C76F18-D56C-319F-80AA-54D3D18DEE23}"/>
          </ac:spMkLst>
        </pc:spChg>
        <pc:spChg chg="add mod">
          <ac:chgData name="Peter Kuipers" userId="a12a943f-8344-4ca7-bd31-39cacc782748" providerId="ADAL" clId="{E72D8EA5-BE87-4EA9-B466-D6AEDE98FE40}" dt="2026-09-02T03:09:54.992" v="235" actId="1076"/>
          <ac:spMkLst>
            <pc:docMk/>
            <pc:sldMk cId="671985495" sldId="345"/>
            <ac:spMk id="30" creationId="{E84E3671-9D9A-E42E-1C7F-D000B74F7319}"/>
          </ac:spMkLst>
        </pc:spChg>
        <pc:spChg chg="add mod">
          <ac:chgData name="Peter Kuipers" userId="a12a943f-8344-4ca7-bd31-39cacc782748" providerId="ADAL" clId="{E72D8EA5-BE87-4EA9-B466-D6AEDE98FE40}" dt="2026-09-02T03:10:07.969" v="237" actId="1076"/>
          <ac:spMkLst>
            <pc:docMk/>
            <pc:sldMk cId="671985495" sldId="345"/>
            <ac:spMk id="32" creationId="{C7FC7053-C402-5C2B-ED79-E11BCE1AD6A2}"/>
          </ac:spMkLst>
        </pc:spChg>
        <pc:spChg chg="add mod">
          <ac:chgData name="Peter Kuipers" userId="a12a943f-8344-4ca7-bd31-39cacc782748" providerId="ADAL" clId="{E72D8EA5-BE87-4EA9-B466-D6AEDE98FE40}" dt="2026-09-02T03:10:14.183" v="239" actId="1076"/>
          <ac:spMkLst>
            <pc:docMk/>
            <pc:sldMk cId="671985495" sldId="345"/>
            <ac:spMk id="34" creationId="{1BF20368-BBD0-3007-1D14-207C63B0142E}"/>
          </ac:spMkLst>
        </pc:spChg>
        <pc:spChg chg="add mod">
          <ac:chgData name="Peter Kuipers" userId="a12a943f-8344-4ca7-bd31-39cacc782748" providerId="ADAL" clId="{E72D8EA5-BE87-4EA9-B466-D6AEDE98FE40}" dt="2026-09-02T03:10:41.205" v="244" actId="1076"/>
          <ac:spMkLst>
            <pc:docMk/>
            <pc:sldMk cId="671985495" sldId="345"/>
            <ac:spMk id="36" creationId="{057F2930-82E3-279F-CC9B-031C602DAA1A}"/>
          </ac:spMkLst>
        </pc:spChg>
        <pc:spChg chg="add mod">
          <ac:chgData name="Peter Kuipers" userId="a12a943f-8344-4ca7-bd31-39cacc782748" providerId="ADAL" clId="{E72D8EA5-BE87-4EA9-B466-D6AEDE98FE40}" dt="2026-09-02T03:10:29.231" v="243" actId="1076"/>
          <ac:spMkLst>
            <pc:docMk/>
            <pc:sldMk cId="671985495" sldId="345"/>
            <ac:spMk id="38" creationId="{776196D9-978F-0CB2-485B-185016F0BF11}"/>
          </ac:spMkLst>
        </pc:spChg>
        <pc:spChg chg="add mod">
          <ac:chgData name="Peter Kuipers" userId="a12a943f-8344-4ca7-bd31-39cacc782748" providerId="ADAL" clId="{E72D8EA5-BE87-4EA9-B466-D6AEDE98FE40}" dt="2026-09-02T03:10:53.140" v="246" actId="1076"/>
          <ac:spMkLst>
            <pc:docMk/>
            <pc:sldMk cId="671985495" sldId="345"/>
            <ac:spMk id="40" creationId="{F6FAB576-C59A-5F61-6545-891C8FB5F513}"/>
          </ac:spMkLst>
        </pc:spChg>
        <pc:spChg chg="add mod">
          <ac:chgData name="Peter Kuipers" userId="a12a943f-8344-4ca7-bd31-39cacc782748" providerId="ADAL" clId="{E72D8EA5-BE87-4EA9-B466-D6AEDE98FE40}" dt="2026-09-02T03:11:16.556" v="253" actId="1037"/>
          <ac:spMkLst>
            <pc:docMk/>
            <pc:sldMk cId="671985495" sldId="345"/>
            <ac:spMk id="42" creationId="{68CA7E23-A95A-41AD-103B-0955C769C8A2}"/>
          </ac:spMkLst>
        </pc:spChg>
        <pc:spChg chg="add mod">
          <ac:chgData name="Peter Kuipers" userId="a12a943f-8344-4ca7-bd31-39cacc782748" providerId="ADAL" clId="{E72D8EA5-BE87-4EA9-B466-D6AEDE98FE40}" dt="2026-09-02T03:11:10.008" v="250" actId="1076"/>
          <ac:spMkLst>
            <pc:docMk/>
            <pc:sldMk cId="671985495" sldId="345"/>
            <ac:spMk id="44" creationId="{5775EEB8-F52F-5534-C4DB-6343A88E3236}"/>
          </ac:spMkLst>
        </pc:spChg>
        <pc:spChg chg="add mod">
          <ac:chgData name="Peter Kuipers" userId="a12a943f-8344-4ca7-bd31-39cacc782748" providerId="ADAL" clId="{E72D8EA5-BE87-4EA9-B466-D6AEDE98FE40}" dt="2026-09-02T03:11:27.075" v="255" actId="1076"/>
          <ac:spMkLst>
            <pc:docMk/>
            <pc:sldMk cId="671985495" sldId="345"/>
            <ac:spMk id="46" creationId="{0C0D1688-38A8-7CA9-C18B-C914F466EFDD}"/>
          </ac:spMkLst>
        </pc:spChg>
        <pc:spChg chg="add mod">
          <ac:chgData name="Peter Kuipers" userId="a12a943f-8344-4ca7-bd31-39cacc782748" providerId="ADAL" clId="{E72D8EA5-BE87-4EA9-B466-D6AEDE98FE40}" dt="2026-09-02T03:11:37.441" v="257" actId="1076"/>
          <ac:spMkLst>
            <pc:docMk/>
            <pc:sldMk cId="671985495" sldId="345"/>
            <ac:spMk id="48" creationId="{9C732190-032F-B692-41CF-63335259D21C}"/>
          </ac:spMkLst>
        </pc:spChg>
        <pc:spChg chg="add mod">
          <ac:chgData name="Peter Kuipers" userId="a12a943f-8344-4ca7-bd31-39cacc782748" providerId="ADAL" clId="{E72D8EA5-BE87-4EA9-B466-D6AEDE98FE40}" dt="2026-09-02T03:11:54.791" v="259" actId="1076"/>
          <ac:spMkLst>
            <pc:docMk/>
            <pc:sldMk cId="671985495" sldId="345"/>
            <ac:spMk id="50" creationId="{D90A6890-718C-C2CE-0151-9BD75196D750}"/>
          </ac:spMkLst>
        </pc:spChg>
      </pc:sldChg>
      <pc:sldChg chg="addSp delSp modSp new mod modClrScheme chgLayout">
        <pc:chgData name="Peter Kuipers" userId="a12a943f-8344-4ca7-bd31-39cacc782748" providerId="ADAL" clId="{E72D8EA5-BE87-4EA9-B466-D6AEDE98FE40}" dt="2026-09-02T03:20:18.978" v="1022" actId="20577"/>
        <pc:sldMkLst>
          <pc:docMk/>
          <pc:sldMk cId="2571698187" sldId="346"/>
        </pc:sldMkLst>
        <pc:spChg chg="del mod ord">
          <ac:chgData name="Peter Kuipers" userId="a12a943f-8344-4ca7-bd31-39cacc782748" providerId="ADAL" clId="{E72D8EA5-BE87-4EA9-B466-D6AEDE98FE40}" dt="2026-09-02T03:12:25.427" v="261" actId="700"/>
          <ac:spMkLst>
            <pc:docMk/>
            <pc:sldMk cId="2571698187" sldId="346"/>
            <ac:spMk id="2" creationId="{4A70BDDC-714A-4C5F-B2A2-30DA52DCCF53}"/>
          </ac:spMkLst>
        </pc:spChg>
        <pc:spChg chg="add mod ord">
          <ac:chgData name="Peter Kuipers" userId="a12a943f-8344-4ca7-bd31-39cacc782748" providerId="ADAL" clId="{E72D8EA5-BE87-4EA9-B466-D6AEDE98FE40}" dt="2026-09-02T03:12:39.166" v="294" actId="20577"/>
          <ac:spMkLst>
            <pc:docMk/>
            <pc:sldMk cId="2571698187" sldId="346"/>
            <ac:spMk id="3" creationId="{2A0399F7-3B99-2514-70C7-282F2C37279F}"/>
          </ac:spMkLst>
        </pc:spChg>
        <pc:spChg chg="add del mod ord">
          <ac:chgData name="Peter Kuipers" userId="a12a943f-8344-4ca7-bd31-39cacc782748" providerId="ADAL" clId="{E72D8EA5-BE87-4EA9-B466-D6AEDE98FE40}" dt="2026-09-02T03:15:19.209" v="572" actId="478"/>
          <ac:spMkLst>
            <pc:docMk/>
            <pc:sldMk cId="2571698187" sldId="346"/>
            <ac:spMk id="4" creationId="{6CE3BE6B-DA6E-E1F2-529D-519EC66C1484}"/>
          </ac:spMkLst>
        </pc:spChg>
        <pc:spChg chg="add mod ord">
          <ac:chgData name="Peter Kuipers" userId="a12a943f-8344-4ca7-bd31-39cacc782748" providerId="ADAL" clId="{E72D8EA5-BE87-4EA9-B466-D6AEDE98FE40}" dt="2026-09-02T03:20:18.978" v="1022" actId="20577"/>
          <ac:spMkLst>
            <pc:docMk/>
            <pc:sldMk cId="2571698187" sldId="346"/>
            <ac:spMk id="5" creationId="{EEF02A3A-1E65-C404-33CC-D7B55B6F1B2C}"/>
          </ac:spMkLst>
        </pc:spChg>
      </pc:sldChg>
      <pc:sldChg chg="addSp delSp modSp new mod modNotesTx">
        <pc:chgData name="Peter Kuipers" userId="a12a943f-8344-4ca7-bd31-39cacc782748" providerId="ADAL" clId="{E72D8EA5-BE87-4EA9-B466-D6AEDE98FE40}" dt="2026-09-02T04:20:08.402" v="1638" actId="20577"/>
        <pc:sldMkLst>
          <pc:docMk/>
          <pc:sldMk cId="2832170111" sldId="347"/>
        </pc:sldMkLst>
        <pc:spChg chg="mod">
          <ac:chgData name="Peter Kuipers" userId="a12a943f-8344-4ca7-bd31-39cacc782748" providerId="ADAL" clId="{E72D8EA5-BE87-4EA9-B466-D6AEDE98FE40}" dt="2026-09-02T04:04:46.255" v="1402" actId="20577"/>
          <ac:spMkLst>
            <pc:docMk/>
            <pc:sldMk cId="2832170111" sldId="347"/>
            <ac:spMk id="2" creationId="{9BC6E0DB-D96C-E169-AD41-630C75225552}"/>
          </ac:spMkLst>
        </pc:spChg>
        <pc:spChg chg="del">
          <ac:chgData name="Peter Kuipers" userId="a12a943f-8344-4ca7-bd31-39cacc782748" providerId="ADAL" clId="{E72D8EA5-BE87-4EA9-B466-D6AEDE98FE40}" dt="2026-09-02T03:34:41.338" v="1076" actId="478"/>
          <ac:spMkLst>
            <pc:docMk/>
            <pc:sldMk cId="2832170111" sldId="347"/>
            <ac:spMk id="3" creationId="{7719459D-AC31-A8E3-0F41-977DE7FE8B85}"/>
          </ac:spMkLst>
        </pc:spChg>
        <pc:spChg chg="del">
          <ac:chgData name="Peter Kuipers" userId="a12a943f-8344-4ca7-bd31-39cacc782748" providerId="ADAL" clId="{E72D8EA5-BE87-4EA9-B466-D6AEDE98FE40}" dt="2026-09-02T03:34:39.344" v="1075" actId="478"/>
          <ac:spMkLst>
            <pc:docMk/>
            <pc:sldMk cId="2832170111" sldId="347"/>
            <ac:spMk id="4" creationId="{5A403C85-13CD-7BA2-1605-5871BCD3C89C}"/>
          </ac:spMkLst>
        </pc:spChg>
        <pc:spChg chg="add mod">
          <ac:chgData name="Peter Kuipers" userId="a12a943f-8344-4ca7-bd31-39cacc782748" providerId="ADAL" clId="{E72D8EA5-BE87-4EA9-B466-D6AEDE98FE40}" dt="2026-09-02T03:40:51.463" v="1112" actId="1076"/>
          <ac:spMkLst>
            <pc:docMk/>
            <pc:sldMk cId="2832170111" sldId="347"/>
            <ac:spMk id="6" creationId="{DADDF75C-909C-1914-EF50-3C042218C0BA}"/>
          </ac:spMkLst>
        </pc:spChg>
        <pc:spChg chg="add del mod">
          <ac:chgData name="Peter Kuipers" userId="a12a943f-8344-4ca7-bd31-39cacc782748" providerId="ADAL" clId="{E72D8EA5-BE87-4EA9-B466-D6AEDE98FE40}" dt="2026-09-02T03:38:56.656" v="1099" actId="478"/>
          <ac:spMkLst>
            <pc:docMk/>
            <pc:sldMk cId="2832170111" sldId="347"/>
            <ac:spMk id="8" creationId="{C5007FB6-B8F2-C47D-9274-20087F0B0B4F}"/>
          </ac:spMkLst>
        </pc:spChg>
        <pc:spChg chg="mod">
          <ac:chgData name="Peter Kuipers" userId="a12a943f-8344-4ca7-bd31-39cacc782748" providerId="ADAL" clId="{E72D8EA5-BE87-4EA9-B466-D6AEDE98FE40}" dt="2026-09-02T03:36:10.065" v="1082"/>
          <ac:spMkLst>
            <pc:docMk/>
            <pc:sldMk cId="2832170111" sldId="347"/>
            <ac:spMk id="10" creationId="{211212E1-040C-22E6-06DF-517EEDDCC23C}"/>
          </ac:spMkLst>
        </pc:spChg>
        <pc:spChg chg="mod">
          <ac:chgData name="Peter Kuipers" userId="a12a943f-8344-4ca7-bd31-39cacc782748" providerId="ADAL" clId="{E72D8EA5-BE87-4EA9-B466-D6AEDE98FE40}" dt="2026-09-02T03:36:32.962" v="1084" actId="207"/>
          <ac:spMkLst>
            <pc:docMk/>
            <pc:sldMk cId="2832170111" sldId="347"/>
            <ac:spMk id="11" creationId="{B303FEAA-E168-6F12-12BA-4AD017AB3E11}"/>
          </ac:spMkLst>
        </pc:spChg>
        <pc:spChg chg="add mod">
          <ac:chgData name="Peter Kuipers" userId="a12a943f-8344-4ca7-bd31-39cacc782748" providerId="ADAL" clId="{E72D8EA5-BE87-4EA9-B466-D6AEDE98FE40}" dt="2026-09-02T03:41:49.120" v="1116" actId="1076"/>
          <ac:spMkLst>
            <pc:docMk/>
            <pc:sldMk cId="2832170111" sldId="347"/>
            <ac:spMk id="12" creationId="{965BE4CC-3A32-60E8-B6A3-9230B80FF52F}"/>
          </ac:spMkLst>
        </pc:spChg>
        <pc:spChg chg="mod">
          <ac:chgData name="Peter Kuipers" userId="a12a943f-8344-4ca7-bd31-39cacc782748" providerId="ADAL" clId="{E72D8EA5-BE87-4EA9-B466-D6AEDE98FE40}" dt="2026-09-02T03:37:07.868" v="1086"/>
          <ac:spMkLst>
            <pc:docMk/>
            <pc:sldMk cId="2832170111" sldId="347"/>
            <ac:spMk id="14" creationId="{DB9B47F1-FAE6-4E7C-E42A-FBA30D11FDA0}"/>
          </ac:spMkLst>
        </pc:spChg>
        <pc:spChg chg="mod">
          <ac:chgData name="Peter Kuipers" userId="a12a943f-8344-4ca7-bd31-39cacc782748" providerId="ADAL" clId="{E72D8EA5-BE87-4EA9-B466-D6AEDE98FE40}" dt="2026-09-02T03:37:07.868" v="1086"/>
          <ac:spMkLst>
            <pc:docMk/>
            <pc:sldMk cId="2832170111" sldId="347"/>
            <ac:spMk id="15" creationId="{816BE9C2-0438-931B-4105-E1EB2328171B}"/>
          </ac:spMkLst>
        </pc:spChg>
        <pc:spChg chg="add mod">
          <ac:chgData name="Peter Kuipers" userId="a12a943f-8344-4ca7-bd31-39cacc782748" providerId="ADAL" clId="{E72D8EA5-BE87-4EA9-B466-D6AEDE98FE40}" dt="2026-09-02T03:40:51.463" v="1112" actId="1076"/>
          <ac:spMkLst>
            <pc:docMk/>
            <pc:sldMk cId="2832170111" sldId="347"/>
            <ac:spMk id="16" creationId="{49B17AC4-82A2-BF5F-26A5-30C34ADA08DC}"/>
          </ac:spMkLst>
        </pc:spChg>
        <pc:spChg chg="add mod">
          <ac:chgData name="Peter Kuipers" userId="a12a943f-8344-4ca7-bd31-39cacc782748" providerId="ADAL" clId="{E72D8EA5-BE87-4EA9-B466-D6AEDE98FE40}" dt="2026-09-02T03:40:51.463" v="1112" actId="1076"/>
          <ac:spMkLst>
            <pc:docMk/>
            <pc:sldMk cId="2832170111" sldId="347"/>
            <ac:spMk id="18" creationId="{DD726B26-D045-0BCF-7E16-5866CD0BD542}"/>
          </ac:spMkLst>
        </pc:spChg>
        <pc:spChg chg="add mod">
          <ac:chgData name="Peter Kuipers" userId="a12a943f-8344-4ca7-bd31-39cacc782748" providerId="ADAL" clId="{E72D8EA5-BE87-4EA9-B466-D6AEDE98FE40}" dt="2026-09-02T03:40:51.463" v="1112" actId="1076"/>
          <ac:spMkLst>
            <pc:docMk/>
            <pc:sldMk cId="2832170111" sldId="347"/>
            <ac:spMk id="20" creationId="{79AA47D9-CAB9-89F7-9584-E9197A349189}"/>
          </ac:spMkLst>
        </pc:spChg>
        <pc:spChg chg="add mod">
          <ac:chgData name="Peter Kuipers" userId="a12a943f-8344-4ca7-bd31-39cacc782748" providerId="ADAL" clId="{E72D8EA5-BE87-4EA9-B466-D6AEDE98FE40}" dt="2026-09-02T03:58:47.740" v="1293" actId="1076"/>
          <ac:spMkLst>
            <pc:docMk/>
            <pc:sldMk cId="2832170111" sldId="347"/>
            <ac:spMk id="22" creationId="{77BB61ED-A204-B4A4-4801-3ADB7987C39A}"/>
          </ac:spMkLst>
        </pc:spChg>
        <pc:spChg chg="add mod ord">
          <ac:chgData name="Peter Kuipers" userId="a12a943f-8344-4ca7-bd31-39cacc782748" providerId="ADAL" clId="{E72D8EA5-BE87-4EA9-B466-D6AEDE98FE40}" dt="2026-09-02T03:40:51.463" v="1112" actId="1076"/>
          <ac:spMkLst>
            <pc:docMk/>
            <pc:sldMk cId="2832170111" sldId="347"/>
            <ac:spMk id="24" creationId="{0EA847E1-1FC4-F3D7-B89C-8F0711689B75}"/>
          </ac:spMkLst>
        </pc:spChg>
        <pc:spChg chg="add mod">
          <ac:chgData name="Peter Kuipers" userId="a12a943f-8344-4ca7-bd31-39cacc782748" providerId="ADAL" clId="{E72D8EA5-BE87-4EA9-B466-D6AEDE98FE40}" dt="2026-09-02T03:52:05.682" v="1232" actId="1076"/>
          <ac:spMkLst>
            <pc:docMk/>
            <pc:sldMk cId="2832170111" sldId="347"/>
            <ac:spMk id="32" creationId="{718CDF67-8EE9-9019-A27D-6D605F3EC62F}"/>
          </ac:spMkLst>
        </pc:spChg>
        <pc:spChg chg="add mod">
          <ac:chgData name="Peter Kuipers" userId="a12a943f-8344-4ca7-bd31-39cacc782748" providerId="ADAL" clId="{E72D8EA5-BE87-4EA9-B466-D6AEDE98FE40}" dt="2026-09-02T03:52:14.639" v="1233" actId="1076"/>
          <ac:spMkLst>
            <pc:docMk/>
            <pc:sldMk cId="2832170111" sldId="347"/>
            <ac:spMk id="34" creationId="{0A9F409C-F31F-FD4E-D76E-B902796262C3}"/>
          </ac:spMkLst>
        </pc:spChg>
        <pc:spChg chg="add mod">
          <ac:chgData name="Peter Kuipers" userId="a12a943f-8344-4ca7-bd31-39cacc782748" providerId="ADAL" clId="{E72D8EA5-BE87-4EA9-B466-D6AEDE98FE40}" dt="2026-09-02T03:45:47.402" v="1155" actId="1076"/>
          <ac:spMkLst>
            <pc:docMk/>
            <pc:sldMk cId="2832170111" sldId="347"/>
            <ac:spMk id="36" creationId="{51FA0E36-9FDE-0957-8A48-F9902A4E016A}"/>
          </ac:spMkLst>
        </pc:spChg>
        <pc:spChg chg="add mod">
          <ac:chgData name="Peter Kuipers" userId="a12a943f-8344-4ca7-bd31-39cacc782748" providerId="ADAL" clId="{E72D8EA5-BE87-4EA9-B466-D6AEDE98FE40}" dt="2026-09-02T03:46:56.982" v="1173" actId="14100"/>
          <ac:spMkLst>
            <pc:docMk/>
            <pc:sldMk cId="2832170111" sldId="347"/>
            <ac:spMk id="38" creationId="{3F6C8809-00C6-43C7-C0BB-26F4CBDC1F87}"/>
          </ac:spMkLst>
        </pc:spChg>
        <pc:spChg chg="add mod">
          <ac:chgData name="Peter Kuipers" userId="a12a943f-8344-4ca7-bd31-39cacc782748" providerId="ADAL" clId="{E72D8EA5-BE87-4EA9-B466-D6AEDE98FE40}" dt="2026-09-02T03:48:23.742" v="1193" actId="1076"/>
          <ac:spMkLst>
            <pc:docMk/>
            <pc:sldMk cId="2832170111" sldId="347"/>
            <ac:spMk id="40" creationId="{483806DA-878A-F9C8-897A-FF9D62149ABD}"/>
          </ac:spMkLst>
        </pc:spChg>
        <pc:spChg chg="add mod">
          <ac:chgData name="Peter Kuipers" userId="a12a943f-8344-4ca7-bd31-39cacc782748" providerId="ADAL" clId="{E72D8EA5-BE87-4EA9-B466-D6AEDE98FE40}" dt="2026-09-02T03:51:48.372" v="1231" actId="20577"/>
          <ac:spMkLst>
            <pc:docMk/>
            <pc:sldMk cId="2832170111" sldId="347"/>
            <ac:spMk id="42" creationId="{716D2762-0D53-E894-16C7-EC5096C7FD8F}"/>
          </ac:spMkLst>
        </pc:spChg>
        <pc:spChg chg="add mod">
          <ac:chgData name="Peter Kuipers" userId="a12a943f-8344-4ca7-bd31-39cacc782748" providerId="ADAL" clId="{E72D8EA5-BE87-4EA9-B466-D6AEDE98FE40}" dt="2026-09-02T03:49:57.722" v="1218" actId="1076"/>
          <ac:spMkLst>
            <pc:docMk/>
            <pc:sldMk cId="2832170111" sldId="347"/>
            <ac:spMk id="44" creationId="{1CC668C0-BDE5-52E2-2ADF-1D654CD5407D}"/>
          </ac:spMkLst>
        </pc:spChg>
        <pc:spChg chg="add mod">
          <ac:chgData name="Peter Kuipers" userId="a12a943f-8344-4ca7-bd31-39cacc782748" providerId="ADAL" clId="{E72D8EA5-BE87-4EA9-B466-D6AEDE98FE40}" dt="2026-09-02T03:52:22.831" v="1235" actId="20577"/>
          <ac:spMkLst>
            <pc:docMk/>
            <pc:sldMk cId="2832170111" sldId="347"/>
            <ac:spMk id="46" creationId="{5371A4F3-86FF-E341-9C2E-DA4705281902}"/>
          </ac:spMkLst>
        </pc:spChg>
        <pc:spChg chg="add mod">
          <ac:chgData name="Peter Kuipers" userId="a12a943f-8344-4ca7-bd31-39cacc782748" providerId="ADAL" clId="{E72D8EA5-BE87-4EA9-B466-D6AEDE98FE40}" dt="2026-09-02T03:52:35.823" v="1239" actId="20577"/>
          <ac:spMkLst>
            <pc:docMk/>
            <pc:sldMk cId="2832170111" sldId="347"/>
            <ac:spMk id="48" creationId="{CEDE6581-64A8-EF15-B798-2BA93A6B5AD7}"/>
          </ac:spMkLst>
        </pc:spChg>
        <pc:spChg chg="mod">
          <ac:chgData name="Peter Kuipers" userId="a12a943f-8344-4ca7-bd31-39cacc782748" providerId="ADAL" clId="{E72D8EA5-BE87-4EA9-B466-D6AEDE98FE40}" dt="2026-09-02T04:07:26.841" v="1432" actId="1076"/>
          <ac:spMkLst>
            <pc:docMk/>
            <pc:sldMk cId="2832170111" sldId="347"/>
            <ac:spMk id="49" creationId="{3A298F3B-78F1-850D-7C2A-ECA6EB5C78D0}"/>
          </ac:spMkLst>
        </pc:spChg>
        <pc:spChg chg="mod">
          <ac:chgData name="Peter Kuipers" userId="a12a943f-8344-4ca7-bd31-39cacc782748" providerId="ADAL" clId="{E72D8EA5-BE87-4EA9-B466-D6AEDE98FE40}" dt="2026-09-02T03:52:50.338" v="1240"/>
          <ac:spMkLst>
            <pc:docMk/>
            <pc:sldMk cId="2832170111" sldId="347"/>
            <ac:spMk id="51" creationId="{769B0EF1-2E92-9AF0-CFA9-DAFB19340F90}"/>
          </ac:spMkLst>
        </pc:spChg>
        <pc:spChg chg="mod">
          <ac:chgData name="Peter Kuipers" userId="a12a943f-8344-4ca7-bd31-39cacc782748" providerId="ADAL" clId="{E72D8EA5-BE87-4EA9-B466-D6AEDE98FE40}" dt="2026-09-02T03:59:47.478" v="1299" actId="1076"/>
          <ac:spMkLst>
            <pc:docMk/>
            <pc:sldMk cId="2832170111" sldId="347"/>
            <ac:spMk id="53" creationId="{7F6C3C29-55BD-4C0C-CEBE-7620AC6D4D85}"/>
          </ac:spMkLst>
        </pc:spChg>
        <pc:spChg chg="mod">
          <ac:chgData name="Peter Kuipers" userId="a12a943f-8344-4ca7-bd31-39cacc782748" providerId="ADAL" clId="{E72D8EA5-BE87-4EA9-B466-D6AEDE98FE40}" dt="2026-09-02T03:52:50.338" v="1240"/>
          <ac:spMkLst>
            <pc:docMk/>
            <pc:sldMk cId="2832170111" sldId="347"/>
            <ac:spMk id="56" creationId="{C5BFFAC1-2965-2933-D2F9-1ABEFDB0884A}"/>
          </ac:spMkLst>
        </pc:spChg>
        <pc:spChg chg="add mod">
          <ac:chgData name="Peter Kuipers" userId="a12a943f-8344-4ca7-bd31-39cacc782748" providerId="ADAL" clId="{E72D8EA5-BE87-4EA9-B466-D6AEDE98FE40}" dt="2026-09-02T04:01:11.756" v="1308" actId="1076"/>
          <ac:spMkLst>
            <pc:docMk/>
            <pc:sldMk cId="2832170111" sldId="347"/>
            <ac:spMk id="57" creationId="{3EA49A7D-645F-A890-3A6A-93588483922C}"/>
          </ac:spMkLst>
        </pc:spChg>
        <pc:spChg chg="add mod">
          <ac:chgData name="Peter Kuipers" userId="a12a943f-8344-4ca7-bd31-39cacc782748" providerId="ADAL" clId="{E72D8EA5-BE87-4EA9-B466-D6AEDE98FE40}" dt="2026-09-02T04:01:11.756" v="1308" actId="1076"/>
          <ac:spMkLst>
            <pc:docMk/>
            <pc:sldMk cId="2832170111" sldId="347"/>
            <ac:spMk id="58" creationId="{455DF417-43BE-62B2-158B-B79D1DDC19EC}"/>
          </ac:spMkLst>
        </pc:spChg>
        <pc:spChg chg="add del mod">
          <ac:chgData name="Peter Kuipers" userId="a12a943f-8344-4ca7-bd31-39cacc782748" providerId="ADAL" clId="{E72D8EA5-BE87-4EA9-B466-D6AEDE98FE40}" dt="2026-09-02T03:57:10.694" v="1279" actId="478"/>
          <ac:spMkLst>
            <pc:docMk/>
            <pc:sldMk cId="2832170111" sldId="347"/>
            <ac:spMk id="59" creationId="{93724348-9E70-423B-A79B-872D61178A76}"/>
          </ac:spMkLst>
        </pc:spChg>
        <pc:spChg chg="mod">
          <ac:chgData name="Peter Kuipers" userId="a12a943f-8344-4ca7-bd31-39cacc782748" providerId="ADAL" clId="{E72D8EA5-BE87-4EA9-B466-D6AEDE98FE40}" dt="2026-09-02T03:59:47.478" v="1299" actId="1076"/>
          <ac:spMkLst>
            <pc:docMk/>
            <pc:sldMk cId="2832170111" sldId="347"/>
            <ac:spMk id="62" creationId="{AAEE841A-2EA3-1279-6CD8-62225BE68755}"/>
          </ac:spMkLst>
        </pc:spChg>
        <pc:spChg chg="add mod">
          <ac:chgData name="Peter Kuipers" userId="a12a943f-8344-4ca7-bd31-39cacc782748" providerId="ADAL" clId="{E72D8EA5-BE87-4EA9-B466-D6AEDE98FE40}" dt="2026-09-02T04:01:11.756" v="1308" actId="1076"/>
          <ac:spMkLst>
            <pc:docMk/>
            <pc:sldMk cId="2832170111" sldId="347"/>
            <ac:spMk id="63" creationId="{7061A760-C9EB-A3BA-1376-3233282F0E94}"/>
          </ac:spMkLst>
        </pc:spChg>
        <pc:spChg chg="add mod">
          <ac:chgData name="Peter Kuipers" userId="a12a943f-8344-4ca7-bd31-39cacc782748" providerId="ADAL" clId="{E72D8EA5-BE87-4EA9-B466-D6AEDE98FE40}" dt="2026-09-02T04:01:11.756" v="1308" actId="1076"/>
          <ac:spMkLst>
            <pc:docMk/>
            <pc:sldMk cId="2832170111" sldId="347"/>
            <ac:spMk id="64" creationId="{4E512DCC-6EB4-234C-431B-7FAF543CC380}"/>
          </ac:spMkLst>
        </pc:spChg>
        <pc:spChg chg="add mod">
          <ac:chgData name="Peter Kuipers" userId="a12a943f-8344-4ca7-bd31-39cacc782748" providerId="ADAL" clId="{E72D8EA5-BE87-4EA9-B466-D6AEDE98FE40}" dt="2026-09-02T04:01:11.756" v="1308" actId="1076"/>
          <ac:spMkLst>
            <pc:docMk/>
            <pc:sldMk cId="2832170111" sldId="347"/>
            <ac:spMk id="65" creationId="{6A50E3D0-4BA0-52F0-E9FD-D01C46953EC8}"/>
          </ac:spMkLst>
        </pc:spChg>
        <pc:spChg chg="add del mod">
          <ac:chgData name="Peter Kuipers" userId="a12a943f-8344-4ca7-bd31-39cacc782748" providerId="ADAL" clId="{E72D8EA5-BE87-4EA9-B466-D6AEDE98FE40}" dt="2026-09-02T03:57:14.938" v="1281" actId="478"/>
          <ac:spMkLst>
            <pc:docMk/>
            <pc:sldMk cId="2832170111" sldId="347"/>
            <ac:spMk id="66" creationId="{CB07193D-1582-16A4-5213-0027A799A2EB}"/>
          </ac:spMkLst>
        </pc:spChg>
        <pc:spChg chg="add del mod">
          <ac:chgData name="Peter Kuipers" userId="a12a943f-8344-4ca7-bd31-39cacc782748" providerId="ADAL" clId="{E72D8EA5-BE87-4EA9-B466-D6AEDE98FE40}" dt="2026-09-02T03:57:13.064" v="1280" actId="478"/>
          <ac:spMkLst>
            <pc:docMk/>
            <pc:sldMk cId="2832170111" sldId="347"/>
            <ac:spMk id="67" creationId="{908721BF-4B9F-3039-B192-9F4EA74199F4}"/>
          </ac:spMkLst>
        </pc:spChg>
        <pc:spChg chg="add mod">
          <ac:chgData name="Peter Kuipers" userId="a12a943f-8344-4ca7-bd31-39cacc782748" providerId="ADAL" clId="{E72D8EA5-BE87-4EA9-B466-D6AEDE98FE40}" dt="2026-09-02T04:01:11.756" v="1308" actId="1076"/>
          <ac:spMkLst>
            <pc:docMk/>
            <pc:sldMk cId="2832170111" sldId="347"/>
            <ac:spMk id="74" creationId="{33217845-416A-810A-D03F-78DD5A616072}"/>
          </ac:spMkLst>
        </pc:spChg>
        <pc:spChg chg="mod">
          <ac:chgData name="Peter Kuipers" userId="a12a943f-8344-4ca7-bd31-39cacc782748" providerId="ADAL" clId="{E72D8EA5-BE87-4EA9-B466-D6AEDE98FE40}" dt="2026-09-02T03:59:05.036" v="1294"/>
          <ac:spMkLst>
            <pc:docMk/>
            <pc:sldMk cId="2832170111" sldId="347"/>
            <ac:spMk id="79" creationId="{608B0F7F-45D6-CAE8-4579-0C82C7C6CCF7}"/>
          </ac:spMkLst>
        </pc:spChg>
        <pc:spChg chg="mod">
          <ac:chgData name="Peter Kuipers" userId="a12a943f-8344-4ca7-bd31-39cacc782748" providerId="ADAL" clId="{E72D8EA5-BE87-4EA9-B466-D6AEDE98FE40}" dt="2026-09-02T03:59:05.036" v="1294"/>
          <ac:spMkLst>
            <pc:docMk/>
            <pc:sldMk cId="2832170111" sldId="347"/>
            <ac:spMk id="80" creationId="{E4A09E1F-CA73-28F8-9DB1-30B9766F0CA1}"/>
          </ac:spMkLst>
        </pc:spChg>
        <pc:spChg chg="add mod">
          <ac:chgData name="Peter Kuipers" userId="a12a943f-8344-4ca7-bd31-39cacc782748" providerId="ADAL" clId="{E72D8EA5-BE87-4EA9-B466-D6AEDE98FE40}" dt="2026-09-02T04:01:11.756" v="1308" actId="1076"/>
          <ac:spMkLst>
            <pc:docMk/>
            <pc:sldMk cId="2832170111" sldId="347"/>
            <ac:spMk id="81" creationId="{CA70B096-60EA-7735-B709-997B5D6D7830}"/>
          </ac:spMkLst>
        </pc:spChg>
        <pc:spChg chg="add mod">
          <ac:chgData name="Peter Kuipers" userId="a12a943f-8344-4ca7-bd31-39cacc782748" providerId="ADAL" clId="{E72D8EA5-BE87-4EA9-B466-D6AEDE98FE40}" dt="2026-09-02T04:01:11.756" v="1308" actId="1076"/>
          <ac:spMkLst>
            <pc:docMk/>
            <pc:sldMk cId="2832170111" sldId="347"/>
            <ac:spMk id="84" creationId="{E105085F-FF39-3FE8-6AD1-564DF6608F7E}"/>
          </ac:spMkLst>
        </pc:spChg>
        <pc:spChg chg="add mod ord">
          <ac:chgData name="Peter Kuipers" userId="a12a943f-8344-4ca7-bd31-39cacc782748" providerId="ADAL" clId="{E72D8EA5-BE87-4EA9-B466-D6AEDE98FE40}" dt="2026-09-02T04:01:11.756" v="1308" actId="1076"/>
          <ac:spMkLst>
            <pc:docMk/>
            <pc:sldMk cId="2832170111" sldId="347"/>
            <ac:spMk id="88" creationId="{4A94F0A8-95B2-FFE7-B106-0A96A53AC499}"/>
          </ac:spMkLst>
        </pc:spChg>
        <pc:spChg chg="add mod ord">
          <ac:chgData name="Peter Kuipers" userId="a12a943f-8344-4ca7-bd31-39cacc782748" providerId="ADAL" clId="{E72D8EA5-BE87-4EA9-B466-D6AEDE98FE40}" dt="2026-09-02T04:01:31.128" v="1320" actId="6549"/>
          <ac:spMkLst>
            <pc:docMk/>
            <pc:sldMk cId="2832170111" sldId="347"/>
            <ac:spMk id="90" creationId="{6EEE4FFD-EC90-6FF3-FA85-A7D798DC1B04}"/>
          </ac:spMkLst>
        </pc:spChg>
        <pc:spChg chg="add mod ord">
          <ac:chgData name="Peter Kuipers" userId="a12a943f-8344-4ca7-bd31-39cacc782748" providerId="ADAL" clId="{E72D8EA5-BE87-4EA9-B466-D6AEDE98FE40}" dt="2026-09-02T04:01:16.910" v="1309" actId="20577"/>
          <ac:spMkLst>
            <pc:docMk/>
            <pc:sldMk cId="2832170111" sldId="347"/>
            <ac:spMk id="92" creationId="{C0D2D62C-AAC1-8A0C-26CE-D1C5D4E79D10}"/>
          </ac:spMkLst>
        </pc:spChg>
        <pc:spChg chg="add mod">
          <ac:chgData name="Peter Kuipers" userId="a12a943f-8344-4ca7-bd31-39cacc782748" providerId="ADAL" clId="{E72D8EA5-BE87-4EA9-B466-D6AEDE98FE40}" dt="2026-09-02T04:02:22.967" v="1336" actId="1076"/>
          <ac:spMkLst>
            <pc:docMk/>
            <pc:sldMk cId="2832170111" sldId="347"/>
            <ac:spMk id="94" creationId="{FFDB84B9-39E2-53C8-E84F-336532DCDB10}"/>
          </ac:spMkLst>
        </pc:spChg>
        <pc:spChg chg="add mod">
          <ac:chgData name="Peter Kuipers" userId="a12a943f-8344-4ca7-bd31-39cacc782748" providerId="ADAL" clId="{E72D8EA5-BE87-4EA9-B466-D6AEDE98FE40}" dt="2026-09-02T04:18:40.971" v="1433" actId="12789"/>
          <ac:spMkLst>
            <pc:docMk/>
            <pc:sldMk cId="2832170111" sldId="347"/>
            <ac:spMk id="96" creationId="{C4B78825-DE7D-227F-606D-2341BDA01F75}"/>
          </ac:spMkLst>
        </pc:spChg>
        <pc:spChg chg="add mod">
          <ac:chgData name="Peter Kuipers" userId="a12a943f-8344-4ca7-bd31-39cacc782748" providerId="ADAL" clId="{E72D8EA5-BE87-4EA9-B466-D6AEDE98FE40}" dt="2026-09-02T04:18:40.971" v="1433" actId="12789"/>
          <ac:spMkLst>
            <pc:docMk/>
            <pc:sldMk cId="2832170111" sldId="347"/>
            <ac:spMk id="98" creationId="{C9F9EB61-D55F-22CA-55A4-909278148BED}"/>
          </ac:spMkLst>
        </pc:spChg>
        <pc:spChg chg="add del mod">
          <ac:chgData name="Peter Kuipers" userId="a12a943f-8344-4ca7-bd31-39cacc782748" providerId="ADAL" clId="{E72D8EA5-BE87-4EA9-B466-D6AEDE98FE40}" dt="2026-09-02T04:05:53.864" v="1413" actId="1076"/>
          <ac:spMkLst>
            <pc:docMk/>
            <pc:sldMk cId="2832170111" sldId="347"/>
            <ac:spMk id="100" creationId="{ED0B541F-0ADF-75FD-C750-3B91A561A14D}"/>
          </ac:spMkLst>
        </pc:spChg>
        <pc:spChg chg="add mod">
          <ac:chgData name="Peter Kuipers" userId="a12a943f-8344-4ca7-bd31-39cacc782748" providerId="ADAL" clId="{E72D8EA5-BE87-4EA9-B466-D6AEDE98FE40}" dt="2026-09-02T04:06:15.888" v="1423" actId="20577"/>
          <ac:spMkLst>
            <pc:docMk/>
            <pc:sldMk cId="2832170111" sldId="347"/>
            <ac:spMk id="102" creationId="{FEA2D10D-999C-1FB4-2B75-9AA065071698}"/>
          </ac:spMkLst>
        </pc:spChg>
        <pc:spChg chg="add mod">
          <ac:chgData name="Peter Kuipers" userId="a12a943f-8344-4ca7-bd31-39cacc782748" providerId="ADAL" clId="{E72D8EA5-BE87-4EA9-B466-D6AEDE98FE40}" dt="2026-09-02T04:06:44.485" v="1430" actId="1076"/>
          <ac:spMkLst>
            <pc:docMk/>
            <pc:sldMk cId="2832170111" sldId="347"/>
            <ac:spMk id="104" creationId="{0957F646-A9DD-5047-4B7F-21061D52F481}"/>
          </ac:spMkLst>
        </pc:spChg>
        <pc:grpChg chg="add mod">
          <ac:chgData name="Peter Kuipers" userId="a12a943f-8344-4ca7-bd31-39cacc782748" providerId="ADAL" clId="{E72D8EA5-BE87-4EA9-B466-D6AEDE98FE40}" dt="2026-09-02T03:41:49.120" v="1116" actId="1076"/>
          <ac:grpSpMkLst>
            <pc:docMk/>
            <pc:sldMk cId="2832170111" sldId="347"/>
            <ac:grpSpMk id="9" creationId="{9BE21F0C-ECD0-E8BD-3825-52B1BB66E420}"/>
          </ac:grpSpMkLst>
        </pc:grpChg>
        <pc:grpChg chg="add mod">
          <ac:chgData name="Peter Kuipers" userId="a12a943f-8344-4ca7-bd31-39cacc782748" providerId="ADAL" clId="{E72D8EA5-BE87-4EA9-B466-D6AEDE98FE40}" dt="2026-09-02T03:40:51.463" v="1112" actId="1076"/>
          <ac:grpSpMkLst>
            <pc:docMk/>
            <pc:sldMk cId="2832170111" sldId="347"/>
            <ac:grpSpMk id="13" creationId="{BC5B9DCA-FE3B-92D4-2833-3125CB8B606E}"/>
          </ac:grpSpMkLst>
        </pc:grpChg>
        <pc:grpChg chg="mod">
          <ac:chgData name="Peter Kuipers" userId="a12a943f-8344-4ca7-bd31-39cacc782748" providerId="ADAL" clId="{E72D8EA5-BE87-4EA9-B466-D6AEDE98FE40}" dt="2026-09-02T03:53:03.183" v="1242" actId="1076"/>
          <ac:grpSpMkLst>
            <pc:docMk/>
            <pc:sldMk cId="2832170111" sldId="347"/>
            <ac:grpSpMk id="50" creationId="{BEA96280-B694-F57D-91D5-0DA92DC1B3A6}"/>
          </ac:grpSpMkLst>
        </pc:grpChg>
        <pc:grpChg chg="mod">
          <ac:chgData name="Peter Kuipers" userId="a12a943f-8344-4ca7-bd31-39cacc782748" providerId="ADAL" clId="{E72D8EA5-BE87-4EA9-B466-D6AEDE98FE40}" dt="2026-09-02T03:53:03.183" v="1242" actId="1076"/>
          <ac:grpSpMkLst>
            <pc:docMk/>
            <pc:sldMk cId="2832170111" sldId="347"/>
            <ac:grpSpMk id="54" creationId="{8E6F25A6-9AA5-A1EA-04C0-E53BE5548C03}"/>
          </ac:grpSpMkLst>
        </pc:grpChg>
        <pc:grpChg chg="add mod">
          <ac:chgData name="Peter Kuipers" userId="a12a943f-8344-4ca7-bd31-39cacc782748" providerId="ADAL" clId="{E72D8EA5-BE87-4EA9-B466-D6AEDE98FE40}" dt="2026-09-02T04:00:10.438" v="1301" actId="1076"/>
          <ac:grpSpMkLst>
            <pc:docMk/>
            <pc:sldMk cId="2832170111" sldId="347"/>
            <ac:grpSpMk id="78" creationId="{F28047AF-5ED6-14E1-6E62-F27B8C131D2A}"/>
          </ac:grpSpMkLst>
        </pc:grpChg>
        <pc:cxnChg chg="add mod">
          <ac:chgData name="Peter Kuipers" userId="a12a943f-8344-4ca7-bd31-39cacc782748" providerId="ADAL" clId="{E72D8EA5-BE87-4EA9-B466-D6AEDE98FE40}" dt="2026-09-02T03:41:49.120" v="1116" actId="1076"/>
          <ac:cxnSpMkLst>
            <pc:docMk/>
            <pc:sldMk cId="2832170111" sldId="347"/>
            <ac:cxnSpMk id="26" creationId="{BA95EFF0-64F0-D463-9034-832ED9EB5C47}"/>
          </ac:cxnSpMkLst>
        </pc:cxnChg>
        <pc:cxnChg chg="add mod">
          <ac:chgData name="Peter Kuipers" userId="a12a943f-8344-4ca7-bd31-39cacc782748" providerId="ADAL" clId="{E72D8EA5-BE87-4EA9-B466-D6AEDE98FE40}" dt="2026-09-02T03:42:04.583" v="1118" actId="13822"/>
          <ac:cxnSpMkLst>
            <pc:docMk/>
            <pc:sldMk cId="2832170111" sldId="347"/>
            <ac:cxnSpMk id="29" creationId="{D84EB88F-2974-8D96-24E2-9AEA01D1B716}"/>
          </ac:cxnSpMkLst>
        </pc:cxnChg>
        <pc:cxnChg chg="add mod">
          <ac:chgData name="Peter Kuipers" userId="a12a943f-8344-4ca7-bd31-39cacc782748" providerId="ADAL" clId="{E72D8EA5-BE87-4EA9-B466-D6AEDE98FE40}" dt="2026-09-02T03:42:19.679" v="1120" actId="1076"/>
          <ac:cxnSpMkLst>
            <pc:docMk/>
            <pc:sldMk cId="2832170111" sldId="347"/>
            <ac:cxnSpMk id="30" creationId="{8FF07DE1-9CBC-3896-86B3-D239EEED287E}"/>
          </ac:cxnSpMkLst>
        </pc:cxnChg>
        <pc:cxnChg chg="add mod">
          <ac:chgData name="Peter Kuipers" userId="a12a943f-8344-4ca7-bd31-39cacc782748" providerId="ADAL" clId="{E72D8EA5-BE87-4EA9-B466-D6AEDE98FE40}" dt="2026-09-02T03:42:29.848" v="1122" actId="1076"/>
          <ac:cxnSpMkLst>
            <pc:docMk/>
            <pc:sldMk cId="2832170111" sldId="347"/>
            <ac:cxnSpMk id="31" creationId="{7AB359FE-07F8-18C2-6561-6CD730B6DD5A}"/>
          </ac:cxnSpMkLst>
        </pc:cxnChg>
        <pc:cxnChg chg="mod">
          <ac:chgData name="Peter Kuipers" userId="a12a943f-8344-4ca7-bd31-39cacc782748" providerId="ADAL" clId="{E72D8EA5-BE87-4EA9-B466-D6AEDE98FE40}" dt="2026-09-02T03:54:07.206" v="1248" actId="14100"/>
          <ac:cxnSpMkLst>
            <pc:docMk/>
            <pc:sldMk cId="2832170111" sldId="347"/>
            <ac:cxnSpMk id="60" creationId="{6E8D9867-027A-1AC6-6FD8-1978BEAC07F2}"/>
          </ac:cxnSpMkLst>
        </pc:cxnChg>
        <pc:cxnChg chg="mod">
          <ac:chgData name="Peter Kuipers" userId="a12a943f-8344-4ca7-bd31-39cacc782748" providerId="ADAL" clId="{E72D8EA5-BE87-4EA9-B466-D6AEDE98FE40}" dt="2026-09-02T03:56:23.626" v="1271" actId="1036"/>
          <ac:cxnSpMkLst>
            <pc:docMk/>
            <pc:sldMk cId="2832170111" sldId="347"/>
            <ac:cxnSpMk id="61" creationId="{10D4308C-B032-6BF4-41D0-3D19B3606587}"/>
          </ac:cxnSpMkLst>
        </pc:cxnChg>
        <pc:cxnChg chg="add mod">
          <ac:chgData name="Peter Kuipers" userId="a12a943f-8344-4ca7-bd31-39cacc782748" providerId="ADAL" clId="{E72D8EA5-BE87-4EA9-B466-D6AEDE98FE40}" dt="2026-09-02T03:58:08.863" v="1287" actId="1076"/>
          <ac:cxnSpMkLst>
            <pc:docMk/>
            <pc:sldMk cId="2832170111" sldId="347"/>
            <ac:cxnSpMk id="75" creationId="{7BAFE878-0F8E-2789-52C8-AF2E63D82030}"/>
          </ac:cxnSpMkLst>
        </pc:cxnChg>
        <pc:cxnChg chg="add del mod">
          <ac:chgData name="Peter Kuipers" userId="a12a943f-8344-4ca7-bd31-39cacc782748" providerId="ADAL" clId="{E72D8EA5-BE87-4EA9-B466-D6AEDE98FE40}" dt="2026-09-02T03:58:17.462" v="1290" actId="478"/>
          <ac:cxnSpMkLst>
            <pc:docMk/>
            <pc:sldMk cId="2832170111" sldId="347"/>
            <ac:cxnSpMk id="76" creationId="{A9766829-98C8-273F-9AA8-B23B533AC9C5}"/>
          </ac:cxnSpMkLst>
        </pc:cxnChg>
        <pc:cxnChg chg="add mod">
          <ac:chgData name="Peter Kuipers" userId="a12a943f-8344-4ca7-bd31-39cacc782748" providerId="ADAL" clId="{E72D8EA5-BE87-4EA9-B466-D6AEDE98FE40}" dt="2026-09-02T03:58:27.744" v="1292" actId="1076"/>
          <ac:cxnSpMkLst>
            <pc:docMk/>
            <pc:sldMk cId="2832170111" sldId="347"/>
            <ac:cxnSpMk id="77" creationId="{75F7CA94-CE0E-BAE2-7B03-E4A72B49EA64}"/>
          </ac:cxnSpMkLst>
        </pc:cxnChg>
        <pc:cxnChg chg="add mod">
          <ac:chgData name="Peter Kuipers" userId="a12a943f-8344-4ca7-bd31-39cacc782748" providerId="ADAL" clId="{E72D8EA5-BE87-4EA9-B466-D6AEDE98FE40}" dt="2026-09-02T03:59:59.941" v="1300" actId="14100"/>
          <ac:cxnSpMkLst>
            <pc:docMk/>
            <pc:sldMk cId="2832170111" sldId="347"/>
            <ac:cxnSpMk id="82" creationId="{AAE7069E-2B4A-6E46-B8D0-8D0A62239931}"/>
          </ac:cxnSpMkLst>
        </pc:cxnChg>
        <pc:cxnChg chg="add mod">
          <ac:chgData name="Peter Kuipers" userId="a12a943f-8344-4ca7-bd31-39cacc782748" providerId="ADAL" clId="{E72D8EA5-BE87-4EA9-B466-D6AEDE98FE40}" dt="2026-09-02T04:00:17.480" v="1302" actId="14100"/>
          <ac:cxnSpMkLst>
            <pc:docMk/>
            <pc:sldMk cId="2832170111" sldId="347"/>
            <ac:cxnSpMk id="83" creationId="{1723F1F2-DA74-0A42-9C33-937F165847EC}"/>
          </ac:cxnSpMkLst>
        </pc:cxnChg>
      </pc:sldChg>
      <pc:sldChg chg="addSp delSp modSp add mod modNotesTx">
        <pc:chgData name="Peter Kuipers" userId="a12a943f-8344-4ca7-bd31-39cacc782748" providerId="ADAL" clId="{E72D8EA5-BE87-4EA9-B466-D6AEDE98FE40}" dt="2026-09-02T04:51:39.760" v="2703" actId="20577"/>
        <pc:sldMkLst>
          <pc:docMk/>
          <pc:sldMk cId="1306003194" sldId="348"/>
        </pc:sldMkLst>
        <pc:spChg chg="add mod">
          <ac:chgData name="Peter Kuipers" userId="a12a943f-8344-4ca7-bd31-39cacc782748" providerId="ADAL" clId="{E72D8EA5-BE87-4EA9-B466-D6AEDE98FE40}" dt="2026-09-02T04:22:48.202" v="1644" actId="1076"/>
          <ac:spMkLst>
            <pc:docMk/>
            <pc:sldMk cId="1306003194" sldId="348"/>
            <ac:spMk id="3" creationId="{05A837EA-4CEC-5D15-0FFC-E86A37E0B543}"/>
          </ac:spMkLst>
        </pc:spChg>
        <pc:spChg chg="mod">
          <ac:chgData name="Peter Kuipers" userId="a12a943f-8344-4ca7-bd31-39cacc782748" providerId="ADAL" clId="{E72D8EA5-BE87-4EA9-B466-D6AEDE98FE40}" dt="2026-09-02T04:22:12.751" v="1642"/>
          <ac:spMkLst>
            <pc:docMk/>
            <pc:sldMk cId="1306003194" sldId="348"/>
            <ac:spMk id="5" creationId="{4E4CABBE-A13C-4255-1170-CCFDEFD52D7A}"/>
          </ac:spMkLst>
        </pc:spChg>
        <pc:spChg chg="mod">
          <ac:chgData name="Peter Kuipers" userId="a12a943f-8344-4ca7-bd31-39cacc782748" providerId="ADAL" clId="{E72D8EA5-BE87-4EA9-B466-D6AEDE98FE40}" dt="2026-09-02T04:22:12.751" v="1642"/>
          <ac:spMkLst>
            <pc:docMk/>
            <pc:sldMk cId="1306003194" sldId="348"/>
            <ac:spMk id="7" creationId="{5B9DF76D-3CB1-563F-E6F7-2EBBB4BD72F1}"/>
          </ac:spMkLst>
        </pc:spChg>
        <pc:spChg chg="add mod">
          <ac:chgData name="Peter Kuipers" userId="a12a943f-8344-4ca7-bd31-39cacc782748" providerId="ADAL" clId="{E72D8EA5-BE87-4EA9-B466-D6AEDE98FE40}" dt="2026-09-02T04:22:48.202" v="1644" actId="1076"/>
          <ac:spMkLst>
            <pc:docMk/>
            <pc:sldMk cId="1306003194" sldId="348"/>
            <ac:spMk id="8" creationId="{EBD20CEB-B0E6-B9C8-5162-85B3568CA8E0}"/>
          </ac:spMkLst>
        </pc:spChg>
        <pc:spChg chg="del">
          <ac:chgData name="Peter Kuipers" userId="a12a943f-8344-4ca7-bd31-39cacc782748" providerId="ADAL" clId="{E72D8EA5-BE87-4EA9-B466-D6AEDE98FE40}" dt="2026-09-02T04:22:06.352" v="1640" actId="478"/>
          <ac:spMkLst>
            <pc:docMk/>
            <pc:sldMk cId="1306003194" sldId="348"/>
            <ac:spMk id="12" creationId="{95C79EE2-B832-6DD1-BC6E-CB6002D4A98E}"/>
          </ac:spMkLst>
        </pc:spChg>
        <pc:spChg chg="mod">
          <ac:chgData name="Peter Kuipers" userId="a12a943f-8344-4ca7-bd31-39cacc782748" providerId="ADAL" clId="{E72D8EA5-BE87-4EA9-B466-D6AEDE98FE40}" dt="2026-09-02T04:22:48.202" v="1644" actId="1076"/>
          <ac:spMkLst>
            <pc:docMk/>
            <pc:sldMk cId="1306003194" sldId="348"/>
            <ac:spMk id="17" creationId="{7F530C49-9D95-F5CD-EC0C-2C314E990ADF}"/>
          </ac:spMkLst>
        </pc:spChg>
        <pc:spChg chg="del">
          <ac:chgData name="Peter Kuipers" userId="a12a943f-8344-4ca7-bd31-39cacc782748" providerId="ADAL" clId="{E72D8EA5-BE87-4EA9-B466-D6AEDE98FE40}" dt="2026-09-02T04:22:06.352" v="1640" actId="478"/>
          <ac:spMkLst>
            <pc:docMk/>
            <pc:sldMk cId="1306003194" sldId="348"/>
            <ac:spMk id="18" creationId="{7B79B1CE-8C2E-4580-E733-E96B909349CC}"/>
          </ac:spMkLst>
        </pc:spChg>
        <pc:spChg chg="mod">
          <ac:chgData name="Peter Kuipers" userId="a12a943f-8344-4ca7-bd31-39cacc782748" providerId="ADAL" clId="{E72D8EA5-BE87-4EA9-B466-D6AEDE98FE40}" dt="2026-09-02T04:23:02.559" v="1645" actId="1076"/>
          <ac:spMkLst>
            <pc:docMk/>
            <pc:sldMk cId="1306003194" sldId="348"/>
            <ac:spMk id="19" creationId="{E217EF41-B438-BED9-A072-40E046606EDE}"/>
          </ac:spMkLst>
        </pc:spChg>
        <pc:spChg chg="del">
          <ac:chgData name="Peter Kuipers" userId="a12a943f-8344-4ca7-bd31-39cacc782748" providerId="ADAL" clId="{E72D8EA5-BE87-4EA9-B466-D6AEDE98FE40}" dt="2026-09-02T04:22:06.352" v="1640" actId="478"/>
          <ac:spMkLst>
            <pc:docMk/>
            <pc:sldMk cId="1306003194" sldId="348"/>
            <ac:spMk id="20" creationId="{B88C1452-6684-E07F-52F8-F20DD8C9B2DF}"/>
          </ac:spMkLst>
        </pc:spChg>
        <pc:spChg chg="mod">
          <ac:chgData name="Peter Kuipers" userId="a12a943f-8344-4ca7-bd31-39cacc782748" providerId="ADAL" clId="{E72D8EA5-BE87-4EA9-B466-D6AEDE98FE40}" dt="2026-09-02T04:22:48.202" v="1644" actId="1076"/>
          <ac:spMkLst>
            <pc:docMk/>
            <pc:sldMk cId="1306003194" sldId="348"/>
            <ac:spMk id="21" creationId="{8DAAD396-2582-103D-D8F4-0F89AAB8F2D9}"/>
          </ac:spMkLst>
        </pc:spChg>
        <pc:spChg chg="del">
          <ac:chgData name="Peter Kuipers" userId="a12a943f-8344-4ca7-bd31-39cacc782748" providerId="ADAL" clId="{E72D8EA5-BE87-4EA9-B466-D6AEDE98FE40}" dt="2026-09-02T04:22:09.112" v="1641" actId="478"/>
          <ac:spMkLst>
            <pc:docMk/>
            <pc:sldMk cId="1306003194" sldId="348"/>
            <ac:spMk id="22" creationId="{9ACBE89D-ACFB-AF85-71E5-5C17BC8BA974}"/>
          </ac:spMkLst>
        </pc:spChg>
        <pc:spChg chg="del">
          <ac:chgData name="Peter Kuipers" userId="a12a943f-8344-4ca7-bd31-39cacc782748" providerId="ADAL" clId="{E72D8EA5-BE87-4EA9-B466-D6AEDE98FE40}" dt="2026-09-02T04:22:06.352" v="1640" actId="478"/>
          <ac:spMkLst>
            <pc:docMk/>
            <pc:sldMk cId="1306003194" sldId="348"/>
            <ac:spMk id="24" creationId="{2531C5B9-BED5-FFC5-363F-A4460794D03B}"/>
          </ac:spMkLst>
        </pc:spChg>
        <pc:spChg chg="mod">
          <ac:chgData name="Peter Kuipers" userId="a12a943f-8344-4ca7-bd31-39cacc782748" providerId="ADAL" clId="{E72D8EA5-BE87-4EA9-B466-D6AEDE98FE40}" dt="2026-09-02T04:22:12.751" v="1642"/>
          <ac:spMkLst>
            <pc:docMk/>
            <pc:sldMk cId="1306003194" sldId="348"/>
            <ac:spMk id="25" creationId="{F4DEDFBE-1E14-338D-F557-A573729EC0E3}"/>
          </ac:spMkLst>
        </pc:spChg>
        <pc:spChg chg="add mod">
          <ac:chgData name="Peter Kuipers" userId="a12a943f-8344-4ca7-bd31-39cacc782748" providerId="ADAL" clId="{E72D8EA5-BE87-4EA9-B466-D6AEDE98FE40}" dt="2026-09-02T04:26:09.075" v="1689" actId="20577"/>
          <ac:spMkLst>
            <pc:docMk/>
            <pc:sldMk cId="1306003194" sldId="348"/>
            <ac:spMk id="28" creationId="{C1CC55D0-E3F7-C0C0-6475-A80AFDC8970F}"/>
          </ac:spMkLst>
        </pc:spChg>
        <pc:spChg chg="mod">
          <ac:chgData name="Peter Kuipers" userId="a12a943f-8344-4ca7-bd31-39cacc782748" providerId="ADAL" clId="{E72D8EA5-BE87-4EA9-B466-D6AEDE98FE40}" dt="2026-09-02T04:22:48.202" v="1644" actId="1076"/>
          <ac:spMkLst>
            <pc:docMk/>
            <pc:sldMk cId="1306003194" sldId="348"/>
            <ac:spMk id="33" creationId="{354927FA-2F4B-A3B6-C6BF-088A044B2506}"/>
          </ac:spMkLst>
        </pc:spChg>
        <pc:spChg chg="del">
          <ac:chgData name="Peter Kuipers" userId="a12a943f-8344-4ca7-bd31-39cacc782748" providerId="ADAL" clId="{E72D8EA5-BE87-4EA9-B466-D6AEDE98FE40}" dt="2026-09-02T04:22:06.352" v="1640" actId="478"/>
          <ac:spMkLst>
            <pc:docMk/>
            <pc:sldMk cId="1306003194" sldId="348"/>
            <ac:spMk id="34" creationId="{2ACE5068-8A27-1AAB-0807-ED84ED4D9999}"/>
          </ac:spMkLst>
        </pc:spChg>
        <pc:spChg chg="del">
          <ac:chgData name="Peter Kuipers" userId="a12a943f-8344-4ca7-bd31-39cacc782748" providerId="ADAL" clId="{E72D8EA5-BE87-4EA9-B466-D6AEDE98FE40}" dt="2026-09-02T04:22:06.352" v="1640" actId="478"/>
          <ac:spMkLst>
            <pc:docMk/>
            <pc:sldMk cId="1306003194" sldId="348"/>
            <ac:spMk id="36" creationId="{13B02D47-3D16-6101-9BC8-63DA8379B069}"/>
          </ac:spMkLst>
        </pc:spChg>
        <pc:spChg chg="del">
          <ac:chgData name="Peter Kuipers" userId="a12a943f-8344-4ca7-bd31-39cacc782748" providerId="ADAL" clId="{E72D8EA5-BE87-4EA9-B466-D6AEDE98FE40}" dt="2026-09-02T04:22:06.352" v="1640" actId="478"/>
          <ac:spMkLst>
            <pc:docMk/>
            <pc:sldMk cId="1306003194" sldId="348"/>
            <ac:spMk id="38" creationId="{8103BD06-2326-5620-4FE8-CA746F5DF0D8}"/>
          </ac:spMkLst>
        </pc:spChg>
        <pc:spChg chg="mod">
          <ac:chgData name="Peter Kuipers" userId="a12a943f-8344-4ca7-bd31-39cacc782748" providerId="ADAL" clId="{E72D8EA5-BE87-4EA9-B466-D6AEDE98FE40}" dt="2026-09-02T04:22:12.751" v="1642"/>
          <ac:spMkLst>
            <pc:docMk/>
            <pc:sldMk cId="1306003194" sldId="348"/>
            <ac:spMk id="39" creationId="{C0518085-CF31-18A8-86F1-C9EE9AEC8713}"/>
          </ac:spMkLst>
        </pc:spChg>
        <pc:spChg chg="mod">
          <ac:chgData name="Peter Kuipers" userId="a12a943f-8344-4ca7-bd31-39cacc782748" providerId="ADAL" clId="{E72D8EA5-BE87-4EA9-B466-D6AEDE98FE40}" dt="2026-09-02T04:24:59.050" v="1669" actId="20577"/>
          <ac:spMkLst>
            <pc:docMk/>
            <pc:sldMk cId="1306003194" sldId="348"/>
            <ac:spMk id="41" creationId="{A7B188AC-C3FC-EB6F-8417-A8BA9D716943}"/>
          </ac:spMkLst>
        </pc:spChg>
        <pc:spChg chg="del">
          <ac:chgData name="Peter Kuipers" userId="a12a943f-8344-4ca7-bd31-39cacc782748" providerId="ADAL" clId="{E72D8EA5-BE87-4EA9-B466-D6AEDE98FE40}" dt="2026-09-02T04:22:06.352" v="1640" actId="478"/>
          <ac:spMkLst>
            <pc:docMk/>
            <pc:sldMk cId="1306003194" sldId="348"/>
            <ac:spMk id="42" creationId="{6D3AB3C9-8A15-146D-B8E9-E0FE5B28DA70}"/>
          </ac:spMkLst>
        </pc:spChg>
        <pc:spChg chg="add mod">
          <ac:chgData name="Peter Kuipers" userId="a12a943f-8344-4ca7-bd31-39cacc782748" providerId="ADAL" clId="{E72D8EA5-BE87-4EA9-B466-D6AEDE98FE40}" dt="2026-09-02T04:22:48.202" v="1644" actId="1076"/>
          <ac:spMkLst>
            <pc:docMk/>
            <pc:sldMk cId="1306003194" sldId="348"/>
            <ac:spMk id="43" creationId="{D3458597-1C22-F47C-6927-1D5F1D6DB645}"/>
          </ac:spMkLst>
        </pc:spChg>
        <pc:spChg chg="del">
          <ac:chgData name="Peter Kuipers" userId="a12a943f-8344-4ca7-bd31-39cacc782748" providerId="ADAL" clId="{E72D8EA5-BE87-4EA9-B466-D6AEDE98FE40}" dt="2026-09-02T04:22:06.352" v="1640" actId="478"/>
          <ac:spMkLst>
            <pc:docMk/>
            <pc:sldMk cId="1306003194" sldId="348"/>
            <ac:spMk id="44" creationId="{061E94B1-09C7-7122-86E4-BB83FC36E242}"/>
          </ac:spMkLst>
        </pc:spChg>
        <pc:spChg chg="del">
          <ac:chgData name="Peter Kuipers" userId="a12a943f-8344-4ca7-bd31-39cacc782748" providerId="ADAL" clId="{E72D8EA5-BE87-4EA9-B466-D6AEDE98FE40}" dt="2026-09-02T04:22:09.112" v="1641" actId="478"/>
          <ac:spMkLst>
            <pc:docMk/>
            <pc:sldMk cId="1306003194" sldId="348"/>
            <ac:spMk id="53" creationId="{82E853CF-663F-9D7C-AF0C-6ADD00B8333D}"/>
          </ac:spMkLst>
        </pc:spChg>
        <pc:spChg chg="mod">
          <ac:chgData name="Peter Kuipers" userId="a12a943f-8344-4ca7-bd31-39cacc782748" providerId="ADAL" clId="{E72D8EA5-BE87-4EA9-B466-D6AEDE98FE40}" dt="2026-09-02T04:22:12.751" v="1642"/>
          <ac:spMkLst>
            <pc:docMk/>
            <pc:sldMk cId="1306003194" sldId="348"/>
            <ac:spMk id="59" creationId="{A04AA155-6601-9200-EF76-D9B46AF3D7B5}"/>
          </ac:spMkLst>
        </pc:spChg>
        <pc:spChg chg="del">
          <ac:chgData name="Peter Kuipers" userId="a12a943f-8344-4ca7-bd31-39cacc782748" providerId="ADAL" clId="{E72D8EA5-BE87-4EA9-B466-D6AEDE98FE40}" dt="2026-09-02T04:22:09.112" v="1641" actId="478"/>
          <ac:spMkLst>
            <pc:docMk/>
            <pc:sldMk cId="1306003194" sldId="348"/>
            <ac:spMk id="63" creationId="{290B1CBF-7441-6710-37B6-55D4B67C84CE}"/>
          </ac:spMkLst>
        </pc:spChg>
        <pc:spChg chg="del">
          <ac:chgData name="Peter Kuipers" userId="a12a943f-8344-4ca7-bd31-39cacc782748" providerId="ADAL" clId="{E72D8EA5-BE87-4EA9-B466-D6AEDE98FE40}" dt="2026-09-02T04:22:09.112" v="1641" actId="478"/>
          <ac:spMkLst>
            <pc:docMk/>
            <pc:sldMk cId="1306003194" sldId="348"/>
            <ac:spMk id="64" creationId="{E49020BC-F054-3C7F-0452-76F63FD97E90}"/>
          </ac:spMkLst>
        </pc:spChg>
        <pc:spChg chg="mod">
          <ac:chgData name="Peter Kuipers" userId="a12a943f-8344-4ca7-bd31-39cacc782748" providerId="ADAL" clId="{E72D8EA5-BE87-4EA9-B466-D6AEDE98FE40}" dt="2026-09-02T04:25:03.818" v="1670" actId="20577"/>
          <ac:spMkLst>
            <pc:docMk/>
            <pc:sldMk cId="1306003194" sldId="348"/>
            <ac:spMk id="66" creationId="{FD3BDD31-35B2-5C23-B97C-26EE8B1D23CB}"/>
          </ac:spMkLst>
        </pc:spChg>
        <pc:spChg chg="mod">
          <ac:chgData name="Peter Kuipers" userId="a12a943f-8344-4ca7-bd31-39cacc782748" providerId="ADAL" clId="{E72D8EA5-BE87-4EA9-B466-D6AEDE98FE40}" dt="2026-09-02T04:24:15.799" v="1660" actId="1076"/>
          <ac:spMkLst>
            <pc:docMk/>
            <pc:sldMk cId="1306003194" sldId="348"/>
            <ac:spMk id="71" creationId="{CC1CD5A5-38B7-A797-4DE3-866FD2760992}"/>
          </ac:spMkLst>
        </pc:spChg>
        <pc:spChg chg="mod">
          <ac:chgData name="Peter Kuipers" userId="a12a943f-8344-4ca7-bd31-39cacc782748" providerId="ADAL" clId="{E72D8EA5-BE87-4EA9-B466-D6AEDE98FE40}" dt="2026-09-02T04:25:39.460" v="1680" actId="1076"/>
          <ac:spMkLst>
            <pc:docMk/>
            <pc:sldMk cId="1306003194" sldId="348"/>
            <ac:spMk id="72" creationId="{8A470229-6208-E1F7-97CE-6596C0E17260}"/>
          </ac:spMkLst>
        </pc:spChg>
        <pc:spChg chg="mod">
          <ac:chgData name="Peter Kuipers" userId="a12a943f-8344-4ca7-bd31-39cacc782748" providerId="ADAL" clId="{E72D8EA5-BE87-4EA9-B466-D6AEDE98FE40}" dt="2026-09-02T04:25:31.689" v="1679" actId="1076"/>
          <ac:spMkLst>
            <pc:docMk/>
            <pc:sldMk cId="1306003194" sldId="348"/>
            <ac:spMk id="73" creationId="{19897A9F-FB69-6B27-FDF3-943FAE0906D8}"/>
          </ac:spMkLst>
        </pc:spChg>
        <pc:spChg chg="mod">
          <ac:chgData name="Peter Kuipers" userId="a12a943f-8344-4ca7-bd31-39cacc782748" providerId="ADAL" clId="{E72D8EA5-BE87-4EA9-B466-D6AEDE98FE40}" dt="2026-09-02T04:25:58.476" v="1688" actId="1076"/>
          <ac:spMkLst>
            <pc:docMk/>
            <pc:sldMk cId="1306003194" sldId="348"/>
            <ac:spMk id="76" creationId="{3F515EDB-C467-C691-4A7E-999857DF747E}"/>
          </ac:spMkLst>
        </pc:spChg>
        <pc:spChg chg="del">
          <ac:chgData name="Peter Kuipers" userId="a12a943f-8344-4ca7-bd31-39cacc782748" providerId="ADAL" clId="{E72D8EA5-BE87-4EA9-B466-D6AEDE98FE40}" dt="2026-09-02T04:22:09.112" v="1641" actId="478"/>
          <ac:spMkLst>
            <pc:docMk/>
            <pc:sldMk cId="1306003194" sldId="348"/>
            <ac:spMk id="84" creationId="{3AA9DC57-89DA-9D31-688B-0DDB89097444}"/>
          </ac:spMkLst>
        </pc:spChg>
        <pc:spChg chg="add mod">
          <ac:chgData name="Peter Kuipers" userId="a12a943f-8344-4ca7-bd31-39cacc782748" providerId="ADAL" clId="{E72D8EA5-BE87-4EA9-B466-D6AEDE98FE40}" dt="2026-09-02T04:22:12.751" v="1642"/>
          <ac:spMkLst>
            <pc:docMk/>
            <pc:sldMk cId="1306003194" sldId="348"/>
            <ac:spMk id="85" creationId="{2C931741-D171-B4BE-47E0-6E056F8A526F}"/>
          </ac:spMkLst>
        </pc:spChg>
        <pc:spChg chg="add mod">
          <ac:chgData name="Peter Kuipers" userId="a12a943f-8344-4ca7-bd31-39cacc782748" providerId="ADAL" clId="{E72D8EA5-BE87-4EA9-B466-D6AEDE98FE40}" dt="2026-09-02T04:23:44.285" v="1652" actId="113"/>
          <ac:spMkLst>
            <pc:docMk/>
            <pc:sldMk cId="1306003194" sldId="348"/>
            <ac:spMk id="87" creationId="{F521B797-A3A9-3D40-DC43-AF2C5002578B}"/>
          </ac:spMkLst>
        </pc:spChg>
        <pc:spChg chg="add mod">
          <ac:chgData name="Peter Kuipers" userId="a12a943f-8344-4ca7-bd31-39cacc782748" providerId="ADAL" clId="{E72D8EA5-BE87-4EA9-B466-D6AEDE98FE40}" dt="2026-09-02T04:29:59.991" v="1731" actId="207"/>
          <ac:spMkLst>
            <pc:docMk/>
            <pc:sldMk cId="1306003194" sldId="348"/>
            <ac:spMk id="89" creationId="{FAB73BBD-EE51-3433-0028-4C103EB728C1}"/>
          </ac:spMkLst>
        </pc:spChg>
        <pc:spChg chg="del">
          <ac:chgData name="Peter Kuipers" userId="a12a943f-8344-4ca7-bd31-39cacc782748" providerId="ADAL" clId="{E72D8EA5-BE87-4EA9-B466-D6AEDE98FE40}" dt="2026-09-02T04:22:09.112" v="1641" actId="478"/>
          <ac:spMkLst>
            <pc:docMk/>
            <pc:sldMk cId="1306003194" sldId="348"/>
            <ac:spMk id="90" creationId="{C8747F2B-E654-C73F-B420-981A4E6BFDBA}"/>
          </ac:spMkLst>
        </pc:spChg>
        <pc:spChg chg="del">
          <ac:chgData name="Peter Kuipers" userId="a12a943f-8344-4ca7-bd31-39cacc782748" providerId="ADAL" clId="{E72D8EA5-BE87-4EA9-B466-D6AEDE98FE40}" dt="2026-09-02T04:22:09.112" v="1641" actId="478"/>
          <ac:spMkLst>
            <pc:docMk/>
            <pc:sldMk cId="1306003194" sldId="348"/>
            <ac:spMk id="92" creationId="{623A62B7-9054-AF96-5A80-D3883367C0A7}"/>
          </ac:spMkLst>
        </pc:spChg>
        <pc:spChg chg="del">
          <ac:chgData name="Peter Kuipers" userId="a12a943f-8344-4ca7-bd31-39cacc782748" providerId="ADAL" clId="{E72D8EA5-BE87-4EA9-B466-D6AEDE98FE40}" dt="2026-09-02T04:22:09.112" v="1641" actId="478"/>
          <ac:spMkLst>
            <pc:docMk/>
            <pc:sldMk cId="1306003194" sldId="348"/>
            <ac:spMk id="94" creationId="{3576C373-0D33-0D5B-6C05-E4BF613B5B73}"/>
          </ac:spMkLst>
        </pc:spChg>
        <pc:spChg chg="mod">
          <ac:chgData name="Peter Kuipers" userId="a12a943f-8344-4ca7-bd31-39cacc782748" providerId="ADAL" clId="{E72D8EA5-BE87-4EA9-B466-D6AEDE98FE40}" dt="2026-09-02T04:23:14.521" v="1646"/>
          <ac:spMkLst>
            <pc:docMk/>
            <pc:sldMk cId="1306003194" sldId="348"/>
            <ac:spMk id="96" creationId="{283C5FEC-E8E0-FB6E-FE0B-24A5D0202E4B}"/>
          </ac:spMkLst>
        </pc:spChg>
        <pc:spChg chg="del mod">
          <ac:chgData name="Peter Kuipers" userId="a12a943f-8344-4ca7-bd31-39cacc782748" providerId="ADAL" clId="{E72D8EA5-BE87-4EA9-B466-D6AEDE98FE40}" dt="2026-09-02T04:27:05.675" v="1692" actId="478"/>
          <ac:spMkLst>
            <pc:docMk/>
            <pc:sldMk cId="1306003194" sldId="348"/>
            <ac:spMk id="99" creationId="{FC16FBCF-665E-4B2C-E0D4-C4791649358A}"/>
          </ac:spMkLst>
        </pc:spChg>
        <pc:spChg chg="del">
          <ac:chgData name="Peter Kuipers" userId="a12a943f-8344-4ca7-bd31-39cacc782748" providerId="ADAL" clId="{E72D8EA5-BE87-4EA9-B466-D6AEDE98FE40}" dt="2026-09-02T04:22:06.352" v="1640" actId="478"/>
          <ac:spMkLst>
            <pc:docMk/>
            <pc:sldMk cId="1306003194" sldId="348"/>
            <ac:spMk id="100" creationId="{93CBD718-8366-09DB-2DFD-FB742E9F6356}"/>
          </ac:spMkLst>
        </pc:spChg>
        <pc:spChg chg="del">
          <ac:chgData name="Peter Kuipers" userId="a12a943f-8344-4ca7-bd31-39cacc782748" providerId="ADAL" clId="{E72D8EA5-BE87-4EA9-B466-D6AEDE98FE40}" dt="2026-09-02T04:27:05.675" v="1692" actId="478"/>
          <ac:spMkLst>
            <pc:docMk/>
            <pc:sldMk cId="1306003194" sldId="348"/>
            <ac:spMk id="101" creationId="{B2BF6AF3-1C7D-E9B2-BEED-89D97A6A9B6E}"/>
          </ac:spMkLst>
        </pc:spChg>
        <pc:spChg chg="del">
          <ac:chgData name="Peter Kuipers" userId="a12a943f-8344-4ca7-bd31-39cacc782748" providerId="ADAL" clId="{E72D8EA5-BE87-4EA9-B466-D6AEDE98FE40}" dt="2026-09-02T04:22:09.112" v="1641" actId="478"/>
          <ac:spMkLst>
            <pc:docMk/>
            <pc:sldMk cId="1306003194" sldId="348"/>
            <ac:spMk id="102" creationId="{72B723E8-83BD-D203-1E74-C6CDF9988A23}"/>
          </ac:spMkLst>
        </pc:spChg>
        <pc:spChg chg="mod">
          <ac:chgData name="Peter Kuipers" userId="a12a943f-8344-4ca7-bd31-39cacc782748" providerId="ADAL" clId="{E72D8EA5-BE87-4EA9-B466-D6AEDE98FE40}" dt="2026-09-02T04:30:13.378" v="1732" actId="207"/>
          <ac:spMkLst>
            <pc:docMk/>
            <pc:sldMk cId="1306003194" sldId="348"/>
            <ac:spMk id="103" creationId="{3C30FEED-A68A-0D51-1633-12DA22C52BA7}"/>
          </ac:spMkLst>
        </pc:spChg>
        <pc:spChg chg="del">
          <ac:chgData name="Peter Kuipers" userId="a12a943f-8344-4ca7-bd31-39cacc782748" providerId="ADAL" clId="{E72D8EA5-BE87-4EA9-B466-D6AEDE98FE40}" dt="2026-09-02T04:22:09.112" v="1641" actId="478"/>
          <ac:spMkLst>
            <pc:docMk/>
            <pc:sldMk cId="1306003194" sldId="348"/>
            <ac:spMk id="104" creationId="{42D05FB9-E426-38B5-CBEC-2BCC88C8D564}"/>
          </ac:spMkLst>
        </pc:spChg>
        <pc:spChg chg="mod">
          <ac:chgData name="Peter Kuipers" userId="a12a943f-8344-4ca7-bd31-39cacc782748" providerId="ADAL" clId="{E72D8EA5-BE87-4EA9-B466-D6AEDE98FE40}" dt="2026-09-02T04:26:50.629" v="1690"/>
          <ac:spMkLst>
            <pc:docMk/>
            <pc:sldMk cId="1306003194" sldId="348"/>
            <ac:spMk id="107" creationId="{32E8AE9F-6B6E-C792-BE12-A2AC6AAF09FD}"/>
          </ac:spMkLst>
        </pc:spChg>
        <pc:spChg chg="mod">
          <ac:chgData name="Peter Kuipers" userId="a12a943f-8344-4ca7-bd31-39cacc782748" providerId="ADAL" clId="{E72D8EA5-BE87-4EA9-B466-D6AEDE98FE40}" dt="2026-09-02T04:26:50.629" v="1690"/>
          <ac:spMkLst>
            <pc:docMk/>
            <pc:sldMk cId="1306003194" sldId="348"/>
            <ac:spMk id="111" creationId="{5813D99F-85CA-6C3B-E424-C228C45C92EE}"/>
          </ac:spMkLst>
        </pc:spChg>
        <pc:spChg chg="add mod">
          <ac:chgData name="Peter Kuipers" userId="a12a943f-8344-4ca7-bd31-39cacc782748" providerId="ADAL" clId="{E72D8EA5-BE87-4EA9-B466-D6AEDE98FE40}" dt="2026-09-02T04:26:59.731" v="1691" actId="1076"/>
          <ac:spMkLst>
            <pc:docMk/>
            <pc:sldMk cId="1306003194" sldId="348"/>
            <ac:spMk id="113" creationId="{649C28AB-3809-5055-344F-E960EC3A797C}"/>
          </ac:spMkLst>
        </pc:spChg>
        <pc:spChg chg="mod">
          <ac:chgData name="Peter Kuipers" userId="a12a943f-8344-4ca7-bd31-39cacc782748" providerId="ADAL" clId="{E72D8EA5-BE87-4EA9-B466-D6AEDE98FE40}" dt="2026-09-02T04:30:25.842" v="1733" actId="207"/>
          <ac:spMkLst>
            <pc:docMk/>
            <pc:sldMk cId="1306003194" sldId="348"/>
            <ac:spMk id="114" creationId="{C3B06F30-4D34-D374-236C-51F21D4AF089}"/>
          </ac:spMkLst>
        </pc:spChg>
        <pc:spChg chg="mod">
          <ac:chgData name="Peter Kuipers" userId="a12a943f-8344-4ca7-bd31-39cacc782748" providerId="ADAL" clId="{E72D8EA5-BE87-4EA9-B466-D6AEDE98FE40}" dt="2026-09-02T04:26:50.629" v="1690"/>
          <ac:spMkLst>
            <pc:docMk/>
            <pc:sldMk cId="1306003194" sldId="348"/>
            <ac:spMk id="117" creationId="{7C2A3CCC-00FB-6A7C-3B19-DB0A910F47CE}"/>
          </ac:spMkLst>
        </pc:spChg>
        <pc:spChg chg="mod">
          <ac:chgData name="Peter Kuipers" userId="a12a943f-8344-4ca7-bd31-39cacc782748" providerId="ADAL" clId="{E72D8EA5-BE87-4EA9-B466-D6AEDE98FE40}" dt="2026-09-02T04:26:59.731" v="1691" actId="1076"/>
          <ac:spMkLst>
            <pc:docMk/>
            <pc:sldMk cId="1306003194" sldId="348"/>
            <ac:spMk id="118" creationId="{9D266F20-AC94-99B9-E84A-EF0E0596A803}"/>
          </ac:spMkLst>
        </pc:spChg>
        <pc:spChg chg="add mod">
          <ac:chgData name="Peter Kuipers" userId="a12a943f-8344-4ca7-bd31-39cacc782748" providerId="ADAL" clId="{E72D8EA5-BE87-4EA9-B466-D6AEDE98FE40}" dt="2026-09-02T04:29:46.933" v="1730" actId="20577"/>
          <ac:spMkLst>
            <pc:docMk/>
            <pc:sldMk cId="1306003194" sldId="348"/>
            <ac:spMk id="123" creationId="{85134EB7-E85D-750B-1F4E-5A9BF04C786B}"/>
          </ac:spMkLst>
        </pc:spChg>
        <pc:spChg chg="mod">
          <ac:chgData name="Peter Kuipers" userId="a12a943f-8344-4ca7-bd31-39cacc782748" providerId="ADAL" clId="{E72D8EA5-BE87-4EA9-B466-D6AEDE98FE40}" dt="2026-09-02T04:31:04.736" v="1758" actId="20577"/>
          <ac:spMkLst>
            <pc:docMk/>
            <pc:sldMk cId="1306003194" sldId="348"/>
            <ac:spMk id="124" creationId="{25A53D98-A7D3-79A0-EC8B-253EF5E5A321}"/>
          </ac:spMkLst>
        </pc:spChg>
        <pc:spChg chg="add mod">
          <ac:chgData name="Peter Kuipers" userId="a12a943f-8344-4ca7-bd31-39cacc782748" providerId="ADAL" clId="{E72D8EA5-BE87-4EA9-B466-D6AEDE98FE40}" dt="2026-09-02T04:30:42.976" v="1741" actId="20577"/>
          <ac:spMkLst>
            <pc:docMk/>
            <pc:sldMk cId="1306003194" sldId="348"/>
            <ac:spMk id="125" creationId="{358C3BE1-1007-D50F-5A4F-E18A70046BA4}"/>
          </ac:spMkLst>
        </pc:spChg>
        <pc:spChg chg="add mod">
          <ac:chgData name="Peter Kuipers" userId="a12a943f-8344-4ca7-bd31-39cacc782748" providerId="ADAL" clId="{E72D8EA5-BE87-4EA9-B466-D6AEDE98FE40}" dt="2026-09-02T04:30:59.194" v="1750" actId="1076"/>
          <ac:spMkLst>
            <pc:docMk/>
            <pc:sldMk cId="1306003194" sldId="348"/>
            <ac:spMk id="126" creationId="{01EF4D2F-044F-491E-7186-76975E3FCECC}"/>
          </ac:spMkLst>
        </pc:spChg>
        <pc:spChg chg="add mod">
          <ac:chgData name="Peter Kuipers" userId="a12a943f-8344-4ca7-bd31-39cacc782748" providerId="ADAL" clId="{E72D8EA5-BE87-4EA9-B466-D6AEDE98FE40}" dt="2026-09-02T04:26:59.731" v="1691" actId="1076"/>
          <ac:spMkLst>
            <pc:docMk/>
            <pc:sldMk cId="1306003194" sldId="348"/>
            <ac:spMk id="127" creationId="{86CCA619-14E2-24AE-2CE3-4A82C3FA366E}"/>
          </ac:spMkLst>
        </pc:spChg>
        <pc:spChg chg="add del mod">
          <ac:chgData name="Peter Kuipers" userId="a12a943f-8344-4ca7-bd31-39cacc782748" providerId="ADAL" clId="{E72D8EA5-BE87-4EA9-B466-D6AEDE98FE40}" dt="2026-09-02T04:27:05.675" v="1692" actId="478"/>
          <ac:spMkLst>
            <pc:docMk/>
            <pc:sldMk cId="1306003194" sldId="348"/>
            <ac:spMk id="128" creationId="{D63CE116-6030-8679-14BA-0F599ABDE009}"/>
          </ac:spMkLst>
        </pc:spChg>
        <pc:spChg chg="add mod">
          <ac:chgData name="Peter Kuipers" userId="a12a943f-8344-4ca7-bd31-39cacc782748" providerId="ADAL" clId="{E72D8EA5-BE87-4EA9-B466-D6AEDE98FE40}" dt="2026-09-02T04:28:27.014" v="1706" actId="1076"/>
          <ac:spMkLst>
            <pc:docMk/>
            <pc:sldMk cId="1306003194" sldId="348"/>
            <ac:spMk id="129" creationId="{7BBF3730-69F7-BE43-07A0-C087AB4F0234}"/>
          </ac:spMkLst>
        </pc:spChg>
        <pc:spChg chg="mod">
          <ac:chgData name="Peter Kuipers" userId="a12a943f-8344-4ca7-bd31-39cacc782748" providerId="ADAL" clId="{E72D8EA5-BE87-4EA9-B466-D6AEDE98FE40}" dt="2026-09-02T04:28:00.050" v="1693"/>
          <ac:spMkLst>
            <pc:docMk/>
            <pc:sldMk cId="1306003194" sldId="348"/>
            <ac:spMk id="131" creationId="{B61FB9F7-54BE-8018-2B7F-0785A926216E}"/>
          </ac:spMkLst>
        </pc:spChg>
        <pc:spChg chg="mod">
          <ac:chgData name="Peter Kuipers" userId="a12a943f-8344-4ca7-bd31-39cacc782748" providerId="ADAL" clId="{E72D8EA5-BE87-4EA9-B466-D6AEDE98FE40}" dt="2026-09-02T04:28:00.050" v="1693"/>
          <ac:spMkLst>
            <pc:docMk/>
            <pc:sldMk cId="1306003194" sldId="348"/>
            <ac:spMk id="132" creationId="{003DFD0F-B42B-FC50-2E84-C9B7DA5FC4CB}"/>
          </ac:spMkLst>
        </pc:spChg>
        <pc:spChg chg="add mod">
          <ac:chgData name="Peter Kuipers" userId="a12a943f-8344-4ca7-bd31-39cacc782748" providerId="ADAL" clId="{E72D8EA5-BE87-4EA9-B466-D6AEDE98FE40}" dt="2026-09-02T04:29:32.974" v="1720" actId="20577"/>
          <ac:spMkLst>
            <pc:docMk/>
            <pc:sldMk cId="1306003194" sldId="348"/>
            <ac:spMk id="133" creationId="{A534EE7D-51AA-2111-D123-6CD4ED135A2A}"/>
          </ac:spMkLst>
        </pc:spChg>
        <pc:spChg chg="add mod">
          <ac:chgData name="Peter Kuipers" userId="a12a943f-8344-4ca7-bd31-39cacc782748" providerId="ADAL" clId="{E72D8EA5-BE87-4EA9-B466-D6AEDE98FE40}" dt="2026-09-02T04:29:09.989" v="1717" actId="12788"/>
          <ac:spMkLst>
            <pc:docMk/>
            <pc:sldMk cId="1306003194" sldId="348"/>
            <ac:spMk id="134" creationId="{B71CD8F0-05D9-BF1E-CCC9-68BFA2207E30}"/>
          </ac:spMkLst>
        </pc:spChg>
        <pc:spChg chg="add mod">
          <ac:chgData name="Peter Kuipers" userId="a12a943f-8344-4ca7-bd31-39cacc782748" providerId="ADAL" clId="{E72D8EA5-BE87-4EA9-B466-D6AEDE98FE40}" dt="2026-09-02T04:29:28.648" v="1719" actId="1076"/>
          <ac:spMkLst>
            <pc:docMk/>
            <pc:sldMk cId="1306003194" sldId="348"/>
            <ac:spMk id="136" creationId="{E0D08194-22BB-511D-76A2-1B56F5B64986}"/>
          </ac:spMkLst>
        </pc:spChg>
        <pc:grpChg chg="add mod">
          <ac:chgData name="Peter Kuipers" userId="a12a943f-8344-4ca7-bd31-39cacc782748" providerId="ADAL" clId="{E72D8EA5-BE87-4EA9-B466-D6AEDE98FE40}" dt="2026-09-02T04:29:22.253" v="1718" actId="1076"/>
          <ac:grpSpMkLst>
            <pc:docMk/>
            <pc:sldMk cId="1306003194" sldId="348"/>
            <ac:grpSpMk id="130" creationId="{8F64CF64-6FBE-7443-253F-60EA5F738BAE}"/>
          </ac:grpSpMkLst>
        </pc:grpChg>
        <pc:cxnChg chg="mod">
          <ac:chgData name="Peter Kuipers" userId="a12a943f-8344-4ca7-bd31-39cacc782748" providerId="ADAL" clId="{E72D8EA5-BE87-4EA9-B466-D6AEDE98FE40}" dt="2026-09-02T04:27:05.675" v="1692" actId="478"/>
          <ac:cxnSpMkLst>
            <pc:docMk/>
            <pc:sldMk cId="1306003194" sldId="348"/>
            <ac:cxnSpMk id="119" creationId="{28E84E87-8B13-1248-B30A-35DB44BACF41}"/>
          </ac:cxnSpMkLst>
        </pc:cxnChg>
      </pc:sldChg>
      <pc:sldChg chg="addSp delSp modSp new mod modClrScheme chgLayout modNotesTx">
        <pc:chgData name="Peter Kuipers" userId="a12a943f-8344-4ca7-bd31-39cacc782748" providerId="ADAL" clId="{E72D8EA5-BE87-4EA9-B466-D6AEDE98FE40}" dt="2026-09-02T05:12:44.652" v="2955" actId="14100"/>
        <pc:sldMkLst>
          <pc:docMk/>
          <pc:sldMk cId="3696494389" sldId="349"/>
        </pc:sldMkLst>
        <pc:spChg chg="del mod ord">
          <ac:chgData name="Peter Kuipers" userId="a12a943f-8344-4ca7-bd31-39cacc782748" providerId="ADAL" clId="{E72D8EA5-BE87-4EA9-B466-D6AEDE98FE40}" dt="2026-09-02T04:43:57.832" v="2608" actId="700"/>
          <ac:spMkLst>
            <pc:docMk/>
            <pc:sldMk cId="3696494389" sldId="349"/>
            <ac:spMk id="2" creationId="{B981B6F6-FCB0-C297-0D0B-7DF948952961}"/>
          </ac:spMkLst>
        </pc:spChg>
        <pc:spChg chg="del mod ord">
          <ac:chgData name="Peter Kuipers" userId="a12a943f-8344-4ca7-bd31-39cacc782748" providerId="ADAL" clId="{E72D8EA5-BE87-4EA9-B466-D6AEDE98FE40}" dt="2026-09-02T04:43:57.832" v="2608" actId="700"/>
          <ac:spMkLst>
            <pc:docMk/>
            <pc:sldMk cId="3696494389" sldId="349"/>
            <ac:spMk id="3" creationId="{505F0BBE-EA0C-7347-0562-34F987B80453}"/>
          </ac:spMkLst>
        </pc:spChg>
        <pc:spChg chg="del">
          <ac:chgData name="Peter Kuipers" userId="a12a943f-8344-4ca7-bd31-39cacc782748" providerId="ADAL" clId="{E72D8EA5-BE87-4EA9-B466-D6AEDE98FE40}" dt="2026-09-02T04:43:57.832" v="2608" actId="700"/>
          <ac:spMkLst>
            <pc:docMk/>
            <pc:sldMk cId="3696494389" sldId="349"/>
            <ac:spMk id="4" creationId="{76976BF3-55C4-2F23-648A-51FDAD522EB5}"/>
          </ac:spMkLst>
        </pc:spChg>
        <pc:spChg chg="add mod ord">
          <ac:chgData name="Peter Kuipers" userId="a12a943f-8344-4ca7-bd31-39cacc782748" providerId="ADAL" clId="{E72D8EA5-BE87-4EA9-B466-D6AEDE98FE40}" dt="2026-09-02T04:44:04.180" v="2620" actId="20577"/>
          <ac:spMkLst>
            <pc:docMk/>
            <pc:sldMk cId="3696494389" sldId="349"/>
            <ac:spMk id="5" creationId="{B8AA6518-9571-6015-B543-F9F7BEAC5240}"/>
          </ac:spMkLst>
        </pc:spChg>
        <pc:spChg chg="add del mod ord">
          <ac:chgData name="Peter Kuipers" userId="a12a943f-8344-4ca7-bd31-39cacc782748" providerId="ADAL" clId="{E72D8EA5-BE87-4EA9-B466-D6AEDE98FE40}" dt="2026-09-02T04:44:08.910" v="2621" actId="478"/>
          <ac:spMkLst>
            <pc:docMk/>
            <pc:sldMk cId="3696494389" sldId="349"/>
            <ac:spMk id="6" creationId="{79C90132-1EE4-67E8-F9A8-107D72689DF9}"/>
          </ac:spMkLst>
        </pc:spChg>
        <pc:spChg chg="add mod">
          <ac:chgData name="Peter Kuipers" userId="a12a943f-8344-4ca7-bd31-39cacc782748" providerId="ADAL" clId="{E72D8EA5-BE87-4EA9-B466-D6AEDE98FE40}" dt="2026-09-02T04:44:11.617" v="2622"/>
          <ac:spMkLst>
            <pc:docMk/>
            <pc:sldMk cId="3696494389" sldId="349"/>
            <ac:spMk id="7" creationId="{DAFEB46D-4D38-D9D1-E520-95B70B84E443}"/>
          </ac:spMkLst>
        </pc:spChg>
        <pc:spChg chg="add mod">
          <ac:chgData name="Peter Kuipers" userId="a12a943f-8344-4ca7-bd31-39cacc782748" providerId="ADAL" clId="{E72D8EA5-BE87-4EA9-B466-D6AEDE98FE40}" dt="2026-09-02T04:44:11.617" v="2622"/>
          <ac:spMkLst>
            <pc:docMk/>
            <pc:sldMk cId="3696494389" sldId="349"/>
            <ac:spMk id="8" creationId="{D958FA38-3DD9-A741-EFFE-7D881A37E4BE}"/>
          </ac:spMkLst>
        </pc:spChg>
        <pc:spChg chg="mod">
          <ac:chgData name="Peter Kuipers" userId="a12a943f-8344-4ca7-bd31-39cacc782748" providerId="ADAL" clId="{E72D8EA5-BE87-4EA9-B466-D6AEDE98FE40}" dt="2026-09-02T04:46:38.312" v="2653" actId="1076"/>
          <ac:spMkLst>
            <pc:docMk/>
            <pc:sldMk cId="3696494389" sldId="349"/>
            <ac:spMk id="9" creationId="{31DCD720-45A1-758E-8B2B-A928A5D9C8B4}"/>
          </ac:spMkLst>
        </pc:spChg>
        <pc:spChg chg="mod">
          <ac:chgData name="Peter Kuipers" userId="a12a943f-8344-4ca7-bd31-39cacc782748" providerId="ADAL" clId="{E72D8EA5-BE87-4EA9-B466-D6AEDE98FE40}" dt="2026-09-02T04:46:38.312" v="2653" actId="1076"/>
          <ac:spMkLst>
            <pc:docMk/>
            <pc:sldMk cId="3696494389" sldId="349"/>
            <ac:spMk id="14" creationId="{40EB7BAE-546E-B6B0-8AE0-1FC9345AA333}"/>
          </ac:spMkLst>
        </pc:spChg>
        <pc:spChg chg="add mod">
          <ac:chgData name="Peter Kuipers" userId="a12a943f-8344-4ca7-bd31-39cacc782748" providerId="ADAL" clId="{E72D8EA5-BE87-4EA9-B466-D6AEDE98FE40}" dt="2026-09-02T04:46:38.312" v="2653" actId="1076"/>
          <ac:spMkLst>
            <pc:docMk/>
            <pc:sldMk cId="3696494389" sldId="349"/>
            <ac:spMk id="15" creationId="{7B781083-053F-02AE-791A-98080247FD53}"/>
          </ac:spMkLst>
        </pc:spChg>
        <pc:spChg chg="mod">
          <ac:chgData name="Peter Kuipers" userId="a12a943f-8344-4ca7-bd31-39cacc782748" providerId="ADAL" clId="{E72D8EA5-BE87-4EA9-B466-D6AEDE98FE40}" dt="2026-09-02T04:48:23.678" v="2666" actId="20577"/>
          <ac:spMkLst>
            <pc:docMk/>
            <pc:sldMk cId="3696494389" sldId="349"/>
            <ac:spMk id="22" creationId="{E649E474-401D-2864-F074-BE1032C7EFE8}"/>
          </ac:spMkLst>
        </pc:spChg>
        <pc:spChg chg="mod">
          <ac:chgData name="Peter Kuipers" userId="a12a943f-8344-4ca7-bd31-39cacc782748" providerId="ADAL" clId="{E72D8EA5-BE87-4EA9-B466-D6AEDE98FE40}" dt="2026-09-02T04:48:30.125" v="2669" actId="20577"/>
          <ac:spMkLst>
            <pc:docMk/>
            <pc:sldMk cId="3696494389" sldId="349"/>
            <ac:spMk id="25" creationId="{241614B2-DBB2-5FFA-FBA7-D42C05D7993B}"/>
          </ac:spMkLst>
        </pc:spChg>
        <pc:spChg chg="mod">
          <ac:chgData name="Peter Kuipers" userId="a12a943f-8344-4ca7-bd31-39cacc782748" providerId="ADAL" clId="{E72D8EA5-BE87-4EA9-B466-D6AEDE98FE40}" dt="2026-09-02T04:48:35.694" v="2670" actId="20577"/>
          <ac:spMkLst>
            <pc:docMk/>
            <pc:sldMk cId="3696494389" sldId="349"/>
            <ac:spMk id="28" creationId="{447A4BA1-1668-A9DF-9788-92EFB9A7003C}"/>
          </ac:spMkLst>
        </pc:spChg>
        <pc:spChg chg="add mod">
          <ac:chgData name="Peter Kuipers" userId="a12a943f-8344-4ca7-bd31-39cacc782748" providerId="ADAL" clId="{E72D8EA5-BE87-4EA9-B466-D6AEDE98FE40}" dt="2026-09-02T04:46:38.312" v="2653" actId="1076"/>
          <ac:spMkLst>
            <pc:docMk/>
            <pc:sldMk cId="3696494389" sldId="349"/>
            <ac:spMk id="31" creationId="{4AA249C2-86EC-2411-9DFD-584CF7996E57}"/>
          </ac:spMkLst>
        </pc:spChg>
        <pc:spChg chg="add mod">
          <ac:chgData name="Peter Kuipers" userId="a12a943f-8344-4ca7-bd31-39cacc782748" providerId="ADAL" clId="{E72D8EA5-BE87-4EA9-B466-D6AEDE98FE40}" dt="2026-09-02T04:47:05.448" v="2656" actId="1076"/>
          <ac:spMkLst>
            <pc:docMk/>
            <pc:sldMk cId="3696494389" sldId="349"/>
            <ac:spMk id="32" creationId="{B8AEE27F-B499-90C0-DA30-AEF28EDAEB8E}"/>
          </ac:spMkLst>
        </pc:spChg>
        <pc:spChg chg="mod">
          <ac:chgData name="Peter Kuipers" userId="a12a943f-8344-4ca7-bd31-39cacc782748" providerId="ADAL" clId="{E72D8EA5-BE87-4EA9-B466-D6AEDE98FE40}" dt="2026-09-02T04:46:38.312" v="2653" actId="1076"/>
          <ac:spMkLst>
            <pc:docMk/>
            <pc:sldMk cId="3696494389" sldId="349"/>
            <ac:spMk id="33" creationId="{67B81B1B-8A77-9B94-79AE-8720979F8599}"/>
          </ac:spMkLst>
        </pc:spChg>
        <pc:spChg chg="mod">
          <ac:chgData name="Peter Kuipers" userId="a12a943f-8344-4ca7-bd31-39cacc782748" providerId="ADAL" clId="{E72D8EA5-BE87-4EA9-B466-D6AEDE98FE40}" dt="2026-09-02T04:45:54.956" v="2642" actId="207"/>
          <ac:spMkLst>
            <pc:docMk/>
            <pc:sldMk cId="3696494389" sldId="349"/>
            <ac:spMk id="35" creationId="{80AA09AD-79C7-D510-22AA-DD4FBB1F674C}"/>
          </ac:spMkLst>
        </pc:spChg>
        <pc:spChg chg="add mod">
          <ac:chgData name="Peter Kuipers" userId="a12a943f-8344-4ca7-bd31-39cacc782748" providerId="ADAL" clId="{E72D8EA5-BE87-4EA9-B466-D6AEDE98FE40}" dt="2026-09-02T04:46:38.312" v="2653" actId="1076"/>
          <ac:spMkLst>
            <pc:docMk/>
            <pc:sldMk cId="3696494389" sldId="349"/>
            <ac:spMk id="36" creationId="{01664A68-A925-1C07-2C41-A455A173B9B2}"/>
          </ac:spMkLst>
        </pc:spChg>
        <pc:spChg chg="mod">
          <ac:chgData name="Peter Kuipers" userId="a12a943f-8344-4ca7-bd31-39cacc782748" providerId="ADAL" clId="{E72D8EA5-BE87-4EA9-B466-D6AEDE98FE40}" dt="2026-09-02T05:10:06.360" v="2926" actId="1076"/>
          <ac:spMkLst>
            <pc:docMk/>
            <pc:sldMk cId="3696494389" sldId="349"/>
            <ac:spMk id="46" creationId="{300DB6F2-66A0-241E-A4EF-5A22E26BE317}"/>
          </ac:spMkLst>
        </pc:spChg>
        <pc:spChg chg="mod">
          <ac:chgData name="Peter Kuipers" userId="a12a943f-8344-4ca7-bd31-39cacc782748" providerId="ADAL" clId="{E72D8EA5-BE87-4EA9-B466-D6AEDE98FE40}" dt="2026-09-02T04:46:38.312" v="2653" actId="1076"/>
          <ac:spMkLst>
            <pc:docMk/>
            <pc:sldMk cId="3696494389" sldId="349"/>
            <ac:spMk id="52" creationId="{93247124-2593-6BC4-7E92-786C02F29969}"/>
          </ac:spMkLst>
        </pc:spChg>
        <pc:spChg chg="del">
          <ac:chgData name="Peter Kuipers" userId="a12a943f-8344-4ca7-bd31-39cacc782748" providerId="ADAL" clId="{E72D8EA5-BE87-4EA9-B466-D6AEDE98FE40}" dt="2026-09-02T04:45:46.186" v="2641" actId="478"/>
          <ac:spMkLst>
            <pc:docMk/>
            <pc:sldMk cId="3696494389" sldId="349"/>
            <ac:spMk id="57" creationId="{56B9120E-6968-3678-FA82-2CC8F204AEFC}"/>
          </ac:spMkLst>
        </pc:spChg>
        <pc:spChg chg="add del mod">
          <ac:chgData name="Peter Kuipers" userId="a12a943f-8344-4ca7-bd31-39cacc782748" providerId="ADAL" clId="{E72D8EA5-BE87-4EA9-B466-D6AEDE98FE40}" dt="2026-09-02T04:45:29.269" v="2640" actId="478"/>
          <ac:spMkLst>
            <pc:docMk/>
            <pc:sldMk cId="3696494389" sldId="349"/>
            <ac:spMk id="62" creationId="{1CA248FC-F5D5-5AB1-82D8-ABEA6AE5F7C4}"/>
          </ac:spMkLst>
        </pc:spChg>
        <pc:spChg chg="add del mod">
          <ac:chgData name="Peter Kuipers" userId="a12a943f-8344-4ca7-bd31-39cacc782748" providerId="ADAL" clId="{E72D8EA5-BE87-4EA9-B466-D6AEDE98FE40}" dt="2026-09-02T04:45:29.269" v="2640" actId="478"/>
          <ac:spMkLst>
            <pc:docMk/>
            <pc:sldMk cId="3696494389" sldId="349"/>
            <ac:spMk id="63" creationId="{782E44B5-8731-7AE7-7222-DDF09501FC6B}"/>
          </ac:spMkLst>
        </pc:spChg>
        <pc:spChg chg="del">
          <ac:chgData name="Peter Kuipers" userId="a12a943f-8344-4ca7-bd31-39cacc782748" providerId="ADAL" clId="{E72D8EA5-BE87-4EA9-B466-D6AEDE98FE40}" dt="2026-09-02T04:45:29.269" v="2640" actId="478"/>
          <ac:spMkLst>
            <pc:docMk/>
            <pc:sldMk cId="3696494389" sldId="349"/>
            <ac:spMk id="72" creationId="{18F95DC2-5D0E-1726-300B-41CE4134FFC3}"/>
          </ac:spMkLst>
        </pc:spChg>
        <pc:spChg chg="del mod">
          <ac:chgData name="Peter Kuipers" userId="a12a943f-8344-4ca7-bd31-39cacc782748" providerId="ADAL" clId="{E72D8EA5-BE87-4EA9-B466-D6AEDE98FE40}" dt="2026-09-02T04:45:29.269" v="2640" actId="478"/>
          <ac:spMkLst>
            <pc:docMk/>
            <pc:sldMk cId="3696494389" sldId="349"/>
            <ac:spMk id="73" creationId="{7ABB03F3-9049-73D0-4045-00028590F0A1}"/>
          </ac:spMkLst>
        </pc:spChg>
        <pc:spChg chg="del">
          <ac:chgData name="Peter Kuipers" userId="a12a943f-8344-4ca7-bd31-39cacc782748" providerId="ADAL" clId="{E72D8EA5-BE87-4EA9-B466-D6AEDE98FE40}" dt="2026-09-02T04:45:29.269" v="2640" actId="478"/>
          <ac:spMkLst>
            <pc:docMk/>
            <pc:sldMk cId="3696494389" sldId="349"/>
            <ac:spMk id="74" creationId="{CFEB94E0-9AE8-A521-9753-C7A001DE006B}"/>
          </ac:spMkLst>
        </pc:spChg>
        <pc:spChg chg="del">
          <ac:chgData name="Peter Kuipers" userId="a12a943f-8344-4ca7-bd31-39cacc782748" providerId="ADAL" clId="{E72D8EA5-BE87-4EA9-B466-D6AEDE98FE40}" dt="2026-09-02T04:45:29.269" v="2640" actId="478"/>
          <ac:spMkLst>
            <pc:docMk/>
            <pc:sldMk cId="3696494389" sldId="349"/>
            <ac:spMk id="75" creationId="{497D1E28-91A6-B8FC-E93E-40E778D7DE4D}"/>
          </ac:spMkLst>
        </pc:spChg>
        <pc:spChg chg="del mod">
          <ac:chgData name="Peter Kuipers" userId="a12a943f-8344-4ca7-bd31-39cacc782748" providerId="ADAL" clId="{E72D8EA5-BE87-4EA9-B466-D6AEDE98FE40}" dt="2026-09-02T04:44:29.143" v="2624" actId="478"/>
          <ac:spMkLst>
            <pc:docMk/>
            <pc:sldMk cId="3696494389" sldId="349"/>
            <ac:spMk id="76" creationId="{57AF604A-77EE-4515-0902-DE5FA05C1689}"/>
          </ac:spMkLst>
        </pc:spChg>
        <pc:spChg chg="del mod">
          <ac:chgData name="Peter Kuipers" userId="a12a943f-8344-4ca7-bd31-39cacc782748" providerId="ADAL" clId="{E72D8EA5-BE87-4EA9-B466-D6AEDE98FE40}" dt="2026-09-02T04:44:36.166" v="2625" actId="478"/>
          <ac:spMkLst>
            <pc:docMk/>
            <pc:sldMk cId="3696494389" sldId="349"/>
            <ac:spMk id="77" creationId="{16A58D17-5B23-9D45-4F88-C57BAFF2FADF}"/>
          </ac:spMkLst>
        </pc:spChg>
        <pc:spChg chg="del">
          <ac:chgData name="Peter Kuipers" userId="a12a943f-8344-4ca7-bd31-39cacc782748" providerId="ADAL" clId="{E72D8EA5-BE87-4EA9-B466-D6AEDE98FE40}" dt="2026-09-02T04:44:29.143" v="2624" actId="478"/>
          <ac:spMkLst>
            <pc:docMk/>
            <pc:sldMk cId="3696494389" sldId="349"/>
            <ac:spMk id="82" creationId="{7D8984EB-6515-901A-8E99-B51D6944BD15}"/>
          </ac:spMkLst>
        </pc:spChg>
        <pc:spChg chg="add del mod">
          <ac:chgData name="Peter Kuipers" userId="a12a943f-8344-4ca7-bd31-39cacc782748" providerId="ADAL" clId="{E72D8EA5-BE87-4EA9-B466-D6AEDE98FE40}" dt="2026-09-02T04:44:29.143" v="2624" actId="478"/>
          <ac:spMkLst>
            <pc:docMk/>
            <pc:sldMk cId="3696494389" sldId="349"/>
            <ac:spMk id="83" creationId="{280A35AC-A260-DA98-F70F-F2CB01ABAC4A}"/>
          </ac:spMkLst>
        </pc:spChg>
        <pc:spChg chg="add del mod">
          <ac:chgData name="Peter Kuipers" userId="a12a943f-8344-4ca7-bd31-39cacc782748" providerId="ADAL" clId="{E72D8EA5-BE87-4EA9-B466-D6AEDE98FE40}" dt="2026-09-02T04:44:29.143" v="2624" actId="478"/>
          <ac:spMkLst>
            <pc:docMk/>
            <pc:sldMk cId="3696494389" sldId="349"/>
            <ac:spMk id="88" creationId="{C238DC59-8F1D-3B7A-A5F0-D9A3B5911FB4}"/>
          </ac:spMkLst>
        </pc:spChg>
        <pc:spChg chg="del">
          <ac:chgData name="Peter Kuipers" userId="a12a943f-8344-4ca7-bd31-39cacc782748" providerId="ADAL" clId="{E72D8EA5-BE87-4EA9-B466-D6AEDE98FE40}" dt="2026-09-02T04:44:38.792" v="2626" actId="478"/>
          <ac:spMkLst>
            <pc:docMk/>
            <pc:sldMk cId="3696494389" sldId="349"/>
            <ac:spMk id="89" creationId="{A31B96EB-FB49-4EFD-DCA4-9EC04217BA9E}"/>
          </ac:spMkLst>
        </pc:spChg>
        <pc:spChg chg="mod">
          <ac:chgData name="Peter Kuipers" userId="a12a943f-8344-4ca7-bd31-39cacc782748" providerId="ADAL" clId="{E72D8EA5-BE87-4EA9-B466-D6AEDE98FE40}" dt="2026-09-02T05:05:17.845" v="2785" actId="1076"/>
          <ac:spMkLst>
            <pc:docMk/>
            <pc:sldMk cId="3696494389" sldId="349"/>
            <ac:spMk id="90" creationId="{EE465927-266D-8F0E-84D7-FBBB1A024E72}"/>
          </ac:spMkLst>
        </pc:spChg>
        <pc:spChg chg="add mod">
          <ac:chgData name="Peter Kuipers" userId="a12a943f-8344-4ca7-bd31-39cacc782748" providerId="ADAL" clId="{E72D8EA5-BE87-4EA9-B466-D6AEDE98FE40}" dt="2026-09-02T05:05:17.845" v="2785" actId="1076"/>
          <ac:spMkLst>
            <pc:docMk/>
            <pc:sldMk cId="3696494389" sldId="349"/>
            <ac:spMk id="91" creationId="{B76EAB7F-3B6F-71BE-9DA2-EBAE28B7BA6F}"/>
          </ac:spMkLst>
        </pc:spChg>
        <pc:spChg chg="mod">
          <ac:chgData name="Peter Kuipers" userId="a12a943f-8344-4ca7-bd31-39cacc782748" providerId="ADAL" clId="{E72D8EA5-BE87-4EA9-B466-D6AEDE98FE40}" dt="2026-09-02T04:44:53.890" v="2627"/>
          <ac:spMkLst>
            <pc:docMk/>
            <pc:sldMk cId="3696494389" sldId="349"/>
            <ac:spMk id="94" creationId="{DE66172B-147E-5873-FDF2-6590017E14F2}"/>
          </ac:spMkLst>
        </pc:spChg>
        <pc:spChg chg="mod">
          <ac:chgData name="Peter Kuipers" userId="a12a943f-8344-4ca7-bd31-39cacc782748" providerId="ADAL" clId="{E72D8EA5-BE87-4EA9-B466-D6AEDE98FE40}" dt="2026-09-02T04:44:53.890" v="2627"/>
          <ac:spMkLst>
            <pc:docMk/>
            <pc:sldMk cId="3696494389" sldId="349"/>
            <ac:spMk id="95" creationId="{A1AE7A2B-FC5A-4A7A-EF71-76F77E6EA8BD}"/>
          </ac:spMkLst>
        </pc:spChg>
        <pc:spChg chg="mod">
          <ac:chgData name="Peter Kuipers" userId="a12a943f-8344-4ca7-bd31-39cacc782748" providerId="ADAL" clId="{E72D8EA5-BE87-4EA9-B466-D6AEDE98FE40}" dt="2026-09-02T05:05:17.845" v="2785" actId="1076"/>
          <ac:spMkLst>
            <pc:docMk/>
            <pc:sldMk cId="3696494389" sldId="349"/>
            <ac:spMk id="96" creationId="{A7E3DBED-51B0-2E81-0E24-A5C514C4E957}"/>
          </ac:spMkLst>
        </pc:spChg>
        <pc:spChg chg="add mod">
          <ac:chgData name="Peter Kuipers" userId="a12a943f-8344-4ca7-bd31-39cacc782748" providerId="ADAL" clId="{E72D8EA5-BE87-4EA9-B466-D6AEDE98FE40}" dt="2026-09-02T05:05:17.845" v="2785" actId="1076"/>
          <ac:spMkLst>
            <pc:docMk/>
            <pc:sldMk cId="3696494389" sldId="349"/>
            <ac:spMk id="97" creationId="{44477F27-CD07-2AE1-C4D5-77D05D83C0C9}"/>
          </ac:spMkLst>
        </pc:spChg>
        <pc:spChg chg="add mod">
          <ac:chgData name="Peter Kuipers" userId="a12a943f-8344-4ca7-bd31-39cacc782748" providerId="ADAL" clId="{E72D8EA5-BE87-4EA9-B466-D6AEDE98FE40}" dt="2026-09-02T05:05:17.845" v="2785" actId="1076"/>
          <ac:spMkLst>
            <pc:docMk/>
            <pc:sldMk cId="3696494389" sldId="349"/>
            <ac:spMk id="98" creationId="{D9A4943A-2A30-A143-91E5-310CEE7DF705}"/>
          </ac:spMkLst>
        </pc:spChg>
        <pc:spChg chg="mod">
          <ac:chgData name="Peter Kuipers" userId="a12a943f-8344-4ca7-bd31-39cacc782748" providerId="ADAL" clId="{E72D8EA5-BE87-4EA9-B466-D6AEDE98FE40}" dt="2026-09-02T04:44:53.890" v="2627"/>
          <ac:spMkLst>
            <pc:docMk/>
            <pc:sldMk cId="3696494389" sldId="349"/>
            <ac:spMk id="102" creationId="{56D2E601-B460-C260-DAA5-1B86F3E8D56F}"/>
          </ac:spMkLst>
        </pc:spChg>
        <pc:spChg chg="mod">
          <ac:chgData name="Peter Kuipers" userId="a12a943f-8344-4ca7-bd31-39cacc782748" providerId="ADAL" clId="{E72D8EA5-BE87-4EA9-B466-D6AEDE98FE40}" dt="2026-09-02T04:57:43.761" v="2746" actId="20577"/>
          <ac:spMkLst>
            <pc:docMk/>
            <pc:sldMk cId="3696494389" sldId="349"/>
            <ac:spMk id="103" creationId="{745825E7-0F95-26C8-83C0-C40BD87BDE01}"/>
          </ac:spMkLst>
        </pc:spChg>
        <pc:spChg chg="mod">
          <ac:chgData name="Peter Kuipers" userId="a12a943f-8344-4ca7-bd31-39cacc782748" providerId="ADAL" clId="{E72D8EA5-BE87-4EA9-B466-D6AEDE98FE40}" dt="2026-09-02T04:44:53.890" v="2627"/>
          <ac:spMkLst>
            <pc:docMk/>
            <pc:sldMk cId="3696494389" sldId="349"/>
            <ac:spMk id="105" creationId="{1DC95DAC-2B0F-78D9-7026-CE9634DB2D3A}"/>
          </ac:spMkLst>
        </pc:spChg>
        <pc:spChg chg="mod">
          <ac:chgData name="Peter Kuipers" userId="a12a943f-8344-4ca7-bd31-39cacc782748" providerId="ADAL" clId="{E72D8EA5-BE87-4EA9-B466-D6AEDE98FE40}" dt="2026-09-02T04:57:51.884" v="2747" actId="20577"/>
          <ac:spMkLst>
            <pc:docMk/>
            <pc:sldMk cId="3696494389" sldId="349"/>
            <ac:spMk id="106" creationId="{45A73ECA-8D5B-6A01-2796-E2A5D1974133}"/>
          </ac:spMkLst>
        </pc:spChg>
        <pc:spChg chg="add mod">
          <ac:chgData name="Peter Kuipers" userId="a12a943f-8344-4ca7-bd31-39cacc782748" providerId="ADAL" clId="{E72D8EA5-BE87-4EA9-B466-D6AEDE98FE40}" dt="2026-09-02T05:05:17.845" v="2785" actId="1076"/>
          <ac:spMkLst>
            <pc:docMk/>
            <pc:sldMk cId="3696494389" sldId="349"/>
            <ac:spMk id="107" creationId="{2A4CC112-7786-E4A7-F842-16CB9C42CA29}"/>
          </ac:spMkLst>
        </pc:spChg>
        <pc:spChg chg="mod">
          <ac:chgData name="Peter Kuipers" userId="a12a943f-8344-4ca7-bd31-39cacc782748" providerId="ADAL" clId="{E72D8EA5-BE87-4EA9-B466-D6AEDE98FE40}" dt="2026-09-02T05:05:17.845" v="2785" actId="1076"/>
          <ac:spMkLst>
            <pc:docMk/>
            <pc:sldMk cId="3696494389" sldId="349"/>
            <ac:spMk id="108" creationId="{DB7A5701-FE17-17FF-1FFF-F2A3FCC5E4A0}"/>
          </ac:spMkLst>
        </pc:spChg>
        <pc:spChg chg="mod">
          <ac:chgData name="Peter Kuipers" userId="a12a943f-8344-4ca7-bd31-39cacc782748" providerId="ADAL" clId="{E72D8EA5-BE87-4EA9-B466-D6AEDE98FE40}" dt="2026-09-02T05:05:17.845" v="2785" actId="1076"/>
          <ac:spMkLst>
            <pc:docMk/>
            <pc:sldMk cId="3696494389" sldId="349"/>
            <ac:spMk id="109" creationId="{49238D66-6080-534B-A601-5F2F69483A50}"/>
          </ac:spMkLst>
        </pc:spChg>
        <pc:spChg chg="mod">
          <ac:chgData name="Peter Kuipers" userId="a12a943f-8344-4ca7-bd31-39cacc782748" providerId="ADAL" clId="{E72D8EA5-BE87-4EA9-B466-D6AEDE98FE40}" dt="2026-09-02T05:05:17.845" v="2785" actId="1076"/>
          <ac:spMkLst>
            <pc:docMk/>
            <pc:sldMk cId="3696494389" sldId="349"/>
            <ac:spMk id="110" creationId="{46AE810D-214D-BD7B-F777-9E8091C6946A}"/>
          </ac:spMkLst>
        </pc:spChg>
        <pc:spChg chg="add mod">
          <ac:chgData name="Peter Kuipers" userId="a12a943f-8344-4ca7-bd31-39cacc782748" providerId="ADAL" clId="{E72D8EA5-BE87-4EA9-B466-D6AEDE98FE40}" dt="2026-09-02T04:46:12.217" v="2645" actId="1076"/>
          <ac:spMkLst>
            <pc:docMk/>
            <pc:sldMk cId="3696494389" sldId="349"/>
            <ac:spMk id="112" creationId="{D3EFECFB-EE71-0EE5-FB2A-504A4853DC24}"/>
          </ac:spMkLst>
        </pc:spChg>
        <pc:spChg chg="add mod">
          <ac:chgData name="Peter Kuipers" userId="a12a943f-8344-4ca7-bd31-39cacc782748" providerId="ADAL" clId="{E72D8EA5-BE87-4EA9-B466-D6AEDE98FE40}" dt="2026-09-02T04:46:25.817" v="2652" actId="20577"/>
          <ac:spMkLst>
            <pc:docMk/>
            <pc:sldMk cId="3696494389" sldId="349"/>
            <ac:spMk id="114" creationId="{4C3C07E5-2987-7E91-295F-8BC91BC1A812}"/>
          </ac:spMkLst>
        </pc:spChg>
        <pc:spChg chg="add mod">
          <ac:chgData name="Peter Kuipers" userId="a12a943f-8344-4ca7-bd31-39cacc782748" providerId="ADAL" clId="{E72D8EA5-BE87-4EA9-B466-D6AEDE98FE40}" dt="2026-09-02T05:09:45.454" v="2925" actId="20577"/>
          <ac:spMkLst>
            <pc:docMk/>
            <pc:sldMk cId="3696494389" sldId="349"/>
            <ac:spMk id="138" creationId="{D50A1A93-53DD-59A6-5093-37AD11833179}"/>
          </ac:spMkLst>
        </pc:spChg>
        <pc:spChg chg="add mod">
          <ac:chgData name="Peter Kuipers" userId="a12a943f-8344-4ca7-bd31-39cacc782748" providerId="ADAL" clId="{E72D8EA5-BE87-4EA9-B466-D6AEDE98FE40}" dt="2026-09-02T05:10:43.485" v="2939" actId="1076"/>
          <ac:spMkLst>
            <pc:docMk/>
            <pc:sldMk cId="3696494389" sldId="349"/>
            <ac:spMk id="140" creationId="{A458584A-9A5C-A696-CB07-A01FC3DBAF86}"/>
          </ac:spMkLst>
        </pc:spChg>
        <pc:spChg chg="add mod">
          <ac:chgData name="Peter Kuipers" userId="a12a943f-8344-4ca7-bd31-39cacc782748" providerId="ADAL" clId="{E72D8EA5-BE87-4EA9-B466-D6AEDE98FE40}" dt="2026-09-02T05:12:44.652" v="2955" actId="14100"/>
          <ac:spMkLst>
            <pc:docMk/>
            <pc:sldMk cId="3696494389" sldId="349"/>
            <ac:spMk id="142" creationId="{C126026F-2525-2AB2-6331-0004D6037371}"/>
          </ac:spMkLst>
        </pc:spChg>
        <pc:spChg chg="add mod">
          <ac:chgData name="Peter Kuipers" userId="a12a943f-8344-4ca7-bd31-39cacc782748" providerId="ADAL" clId="{E72D8EA5-BE87-4EA9-B466-D6AEDE98FE40}" dt="2026-09-02T05:11:44.245" v="2946" actId="14100"/>
          <ac:spMkLst>
            <pc:docMk/>
            <pc:sldMk cId="3696494389" sldId="349"/>
            <ac:spMk id="144" creationId="{DFBFABEB-9679-34C0-0636-2C08C0F1F4A5}"/>
          </ac:spMkLst>
        </pc:spChg>
        <pc:spChg chg="add mod">
          <ac:chgData name="Peter Kuipers" userId="a12a943f-8344-4ca7-bd31-39cacc782748" providerId="ADAL" clId="{E72D8EA5-BE87-4EA9-B466-D6AEDE98FE40}" dt="2026-09-02T05:11:51.926" v="2948" actId="1076"/>
          <ac:spMkLst>
            <pc:docMk/>
            <pc:sldMk cId="3696494389" sldId="349"/>
            <ac:spMk id="146" creationId="{3BA3E2EF-E7A6-ED8C-2A5D-1082C6752CFD}"/>
          </ac:spMkLst>
        </pc:spChg>
        <pc:spChg chg="add mod">
          <ac:chgData name="Peter Kuipers" userId="a12a943f-8344-4ca7-bd31-39cacc782748" providerId="ADAL" clId="{E72D8EA5-BE87-4EA9-B466-D6AEDE98FE40}" dt="2026-09-02T05:12:13.670" v="2953" actId="1037"/>
          <ac:spMkLst>
            <pc:docMk/>
            <pc:sldMk cId="3696494389" sldId="349"/>
            <ac:spMk id="148" creationId="{E25FDDE8-0336-256C-C161-B1E31C4EDD2F}"/>
          </ac:spMkLst>
        </pc:spChg>
        <pc:grpChg chg="del mod">
          <ac:chgData name="Peter Kuipers" userId="a12a943f-8344-4ca7-bd31-39cacc782748" providerId="ADAL" clId="{E72D8EA5-BE87-4EA9-B466-D6AEDE98FE40}" dt="2026-09-02T04:52:19.992" v="2706" actId="165"/>
          <ac:grpSpMkLst>
            <pc:docMk/>
            <pc:sldMk cId="3696494389" sldId="349"/>
            <ac:grpSpMk id="38" creationId="{3646310F-872E-33A5-0F48-DEB76A09D2B8}"/>
          </ac:grpSpMkLst>
        </pc:grpChg>
        <pc:grpChg chg="del">
          <ac:chgData name="Peter Kuipers" userId="a12a943f-8344-4ca7-bd31-39cacc782748" providerId="ADAL" clId="{E72D8EA5-BE87-4EA9-B466-D6AEDE98FE40}" dt="2026-09-02T04:45:46.186" v="2641" actId="478"/>
          <ac:grpSpMkLst>
            <pc:docMk/>
            <pc:sldMk cId="3696494389" sldId="349"/>
            <ac:grpSpMk id="54" creationId="{E0FBE38A-4F39-6BF1-90A3-1456A31C9F7A}"/>
          </ac:grpSpMkLst>
        </pc:grpChg>
        <pc:grpChg chg="del">
          <ac:chgData name="Peter Kuipers" userId="a12a943f-8344-4ca7-bd31-39cacc782748" providerId="ADAL" clId="{E72D8EA5-BE87-4EA9-B466-D6AEDE98FE40}" dt="2026-09-02T04:45:29.269" v="2640" actId="478"/>
          <ac:grpSpMkLst>
            <pc:docMk/>
            <pc:sldMk cId="3696494389" sldId="349"/>
            <ac:grpSpMk id="66" creationId="{F24FC8E2-080C-74DA-4435-C2D11D357308}"/>
          </ac:grpSpMkLst>
        </pc:grpChg>
        <pc:grpChg chg="del">
          <ac:chgData name="Peter Kuipers" userId="a12a943f-8344-4ca7-bd31-39cacc782748" providerId="ADAL" clId="{E72D8EA5-BE87-4EA9-B466-D6AEDE98FE40}" dt="2026-09-02T04:45:29.269" v="2640" actId="478"/>
          <ac:grpSpMkLst>
            <pc:docMk/>
            <pc:sldMk cId="3696494389" sldId="349"/>
            <ac:grpSpMk id="69" creationId="{F2E714B5-88B3-7655-F217-5FDF3DD34F87}"/>
          </ac:grpSpMkLst>
        </pc:grpChg>
        <pc:grpChg chg="del">
          <ac:chgData name="Peter Kuipers" userId="a12a943f-8344-4ca7-bd31-39cacc782748" providerId="ADAL" clId="{E72D8EA5-BE87-4EA9-B466-D6AEDE98FE40}" dt="2026-09-02T04:44:29.143" v="2624" actId="478"/>
          <ac:grpSpMkLst>
            <pc:docMk/>
            <pc:sldMk cId="3696494389" sldId="349"/>
            <ac:grpSpMk id="78" creationId="{C13C3ED6-FC97-3521-5E0F-967E5C0D6FAE}"/>
          </ac:grpSpMkLst>
        </pc:grpChg>
        <pc:grpChg chg="del">
          <ac:chgData name="Peter Kuipers" userId="a12a943f-8344-4ca7-bd31-39cacc782748" providerId="ADAL" clId="{E72D8EA5-BE87-4EA9-B466-D6AEDE98FE40}" dt="2026-09-02T04:44:29.143" v="2624" actId="478"/>
          <ac:grpSpMkLst>
            <pc:docMk/>
            <pc:sldMk cId="3696494389" sldId="349"/>
            <ac:grpSpMk id="84" creationId="{3D2D86E8-A378-25CE-28A8-9920CD871178}"/>
          </ac:grpSpMkLst>
        </pc:grpChg>
        <pc:grpChg chg="mod">
          <ac:chgData name="Peter Kuipers" userId="a12a943f-8344-4ca7-bd31-39cacc782748" providerId="ADAL" clId="{E72D8EA5-BE87-4EA9-B466-D6AEDE98FE40}" dt="2026-09-02T05:05:17.845" v="2785" actId="1076"/>
          <ac:grpSpMkLst>
            <pc:docMk/>
            <pc:sldMk cId="3696494389" sldId="349"/>
            <ac:grpSpMk id="101" creationId="{E8ED4F10-5776-7D0F-4CFA-EBF299659932}"/>
          </ac:grpSpMkLst>
        </pc:grpChg>
        <pc:grpChg chg="mod">
          <ac:chgData name="Peter Kuipers" userId="a12a943f-8344-4ca7-bd31-39cacc782748" providerId="ADAL" clId="{E72D8EA5-BE87-4EA9-B466-D6AEDE98FE40}" dt="2026-09-02T04:54:02.260" v="2745" actId="1076"/>
          <ac:grpSpMkLst>
            <pc:docMk/>
            <pc:sldMk cId="3696494389" sldId="349"/>
            <ac:grpSpMk id="104" creationId="{DDF0BD0F-0742-11B5-5CBE-5A75B6E1CFB7}"/>
          </ac:grpSpMkLst>
        </pc:grpChg>
        <pc:grpChg chg="add del mod">
          <ac:chgData name="Peter Kuipers" userId="a12a943f-8344-4ca7-bd31-39cacc782748" providerId="ADAL" clId="{E72D8EA5-BE87-4EA9-B466-D6AEDE98FE40}" dt="2026-09-02T04:47:27.079" v="2659" actId="165"/>
          <ac:grpSpMkLst>
            <pc:docMk/>
            <pc:sldMk cId="3696494389" sldId="349"/>
            <ac:grpSpMk id="115" creationId="{A7EA3056-98C2-26BD-0BE6-D7C17CFD92D0}"/>
          </ac:grpSpMkLst>
        </pc:grpChg>
        <pc:grpChg chg="add del mod">
          <ac:chgData name="Peter Kuipers" userId="a12a943f-8344-4ca7-bd31-39cacc782748" providerId="ADAL" clId="{E72D8EA5-BE87-4EA9-B466-D6AEDE98FE40}" dt="2026-09-02T05:06:10.607" v="2790" actId="165"/>
          <ac:grpSpMkLst>
            <pc:docMk/>
            <pc:sldMk cId="3696494389" sldId="349"/>
            <ac:grpSpMk id="126" creationId="{371E592E-D667-A78B-4FA5-3754799F04A0}"/>
          </ac:grpSpMkLst>
        </pc:grpChg>
        <pc:cxnChg chg="mod topLvl">
          <ac:chgData name="Peter Kuipers" userId="a12a943f-8344-4ca7-bd31-39cacc782748" providerId="ADAL" clId="{E72D8EA5-BE87-4EA9-B466-D6AEDE98FE40}" dt="2026-09-02T04:52:31.470" v="2707" actId="1076"/>
          <ac:cxnSpMkLst>
            <pc:docMk/>
            <pc:sldMk cId="3696494389" sldId="349"/>
            <ac:cxnSpMk id="39" creationId="{BE68D6DF-359A-6699-DA74-F03F904AE327}"/>
          </ac:cxnSpMkLst>
        </pc:cxnChg>
        <pc:cxnChg chg="mod topLvl">
          <ac:chgData name="Peter Kuipers" userId="a12a943f-8344-4ca7-bd31-39cacc782748" providerId="ADAL" clId="{E72D8EA5-BE87-4EA9-B466-D6AEDE98FE40}" dt="2026-09-02T04:52:45.557" v="2733" actId="1037"/>
          <ac:cxnSpMkLst>
            <pc:docMk/>
            <pc:sldMk cId="3696494389" sldId="349"/>
            <ac:cxnSpMk id="40" creationId="{440C76B5-E54D-F119-A948-48ED4A1FA58C}"/>
          </ac:cxnSpMkLst>
        </pc:cxnChg>
        <pc:cxnChg chg="mod topLvl">
          <ac:chgData name="Peter Kuipers" userId="a12a943f-8344-4ca7-bd31-39cacc782748" providerId="ADAL" clId="{E72D8EA5-BE87-4EA9-B466-D6AEDE98FE40}" dt="2026-09-02T04:52:45.557" v="2733" actId="1037"/>
          <ac:cxnSpMkLst>
            <pc:docMk/>
            <pc:sldMk cId="3696494389" sldId="349"/>
            <ac:cxnSpMk id="41" creationId="{7EDD1374-5CF1-24A5-719B-2D3CEC7DF503}"/>
          </ac:cxnSpMkLst>
        </pc:cxnChg>
        <pc:cxnChg chg="del mod">
          <ac:chgData name="Peter Kuipers" userId="a12a943f-8344-4ca7-bd31-39cacc782748" providerId="ADAL" clId="{E72D8EA5-BE87-4EA9-B466-D6AEDE98FE40}" dt="2026-09-02T04:45:46.186" v="2641" actId="478"/>
          <ac:cxnSpMkLst>
            <pc:docMk/>
            <pc:sldMk cId="3696494389" sldId="349"/>
            <ac:cxnSpMk id="53" creationId="{AF55CF08-EA73-3A0A-59DF-35B4582CE6C7}"/>
          </ac:cxnSpMkLst>
        </pc:cxnChg>
        <pc:cxnChg chg="del">
          <ac:chgData name="Peter Kuipers" userId="a12a943f-8344-4ca7-bd31-39cacc782748" providerId="ADAL" clId="{E72D8EA5-BE87-4EA9-B466-D6AEDE98FE40}" dt="2026-09-02T04:45:29.269" v="2640" actId="478"/>
          <ac:cxnSpMkLst>
            <pc:docMk/>
            <pc:sldMk cId="3696494389" sldId="349"/>
            <ac:cxnSpMk id="64" creationId="{E94BC67C-56E4-E2B4-FC80-4A7A66643D12}"/>
          </ac:cxnSpMkLst>
        </pc:cxnChg>
        <pc:cxnChg chg="del mod">
          <ac:chgData name="Peter Kuipers" userId="a12a943f-8344-4ca7-bd31-39cacc782748" providerId="ADAL" clId="{E72D8EA5-BE87-4EA9-B466-D6AEDE98FE40}" dt="2026-09-02T04:45:29.269" v="2640" actId="478"/>
          <ac:cxnSpMkLst>
            <pc:docMk/>
            <pc:sldMk cId="3696494389" sldId="349"/>
            <ac:cxnSpMk id="65" creationId="{4D7E3C83-50BB-61B3-4642-E113E1B9BCF3}"/>
          </ac:cxnSpMkLst>
        </pc:cxnChg>
        <pc:cxnChg chg="mod">
          <ac:chgData name="Peter Kuipers" userId="a12a943f-8344-4ca7-bd31-39cacc782748" providerId="ADAL" clId="{E72D8EA5-BE87-4EA9-B466-D6AEDE98FE40}" dt="2026-09-02T04:58:19.290" v="2752" actId="14100"/>
          <ac:cxnSpMkLst>
            <pc:docMk/>
            <pc:sldMk cId="3696494389" sldId="349"/>
            <ac:cxnSpMk id="99" creationId="{B1B6E174-B086-47C3-F163-1C8435EB1648}"/>
          </ac:cxnSpMkLst>
        </pc:cxnChg>
        <pc:cxnChg chg="mod">
          <ac:chgData name="Peter Kuipers" userId="a12a943f-8344-4ca7-bd31-39cacc782748" providerId="ADAL" clId="{E72D8EA5-BE87-4EA9-B466-D6AEDE98FE40}" dt="2026-09-02T04:58:33.041" v="2755" actId="1035"/>
          <ac:cxnSpMkLst>
            <pc:docMk/>
            <pc:sldMk cId="3696494389" sldId="349"/>
            <ac:cxnSpMk id="100" creationId="{A1318FE9-6345-DBDC-49E9-D855177EB2D3}"/>
          </ac:cxnSpMkLst>
        </pc:cxnChg>
        <pc:cxnChg chg="mod topLvl">
          <ac:chgData name="Peter Kuipers" userId="a12a943f-8344-4ca7-bd31-39cacc782748" providerId="ADAL" clId="{E72D8EA5-BE87-4EA9-B466-D6AEDE98FE40}" dt="2026-09-02T04:47:59.480" v="2664" actId="14100"/>
          <ac:cxnSpMkLst>
            <pc:docMk/>
            <pc:sldMk cId="3696494389" sldId="349"/>
            <ac:cxnSpMk id="116" creationId="{36C7116C-17DD-852B-1089-E8BB4A690C8D}"/>
          </ac:cxnSpMkLst>
        </pc:cxnChg>
        <pc:cxnChg chg="mod topLvl">
          <ac:chgData name="Peter Kuipers" userId="a12a943f-8344-4ca7-bd31-39cacc782748" providerId="ADAL" clId="{E72D8EA5-BE87-4EA9-B466-D6AEDE98FE40}" dt="2026-09-02T04:48:06.706" v="2665" actId="1076"/>
          <ac:cxnSpMkLst>
            <pc:docMk/>
            <pc:sldMk cId="3696494389" sldId="349"/>
            <ac:cxnSpMk id="117" creationId="{64B7766E-C245-A3C4-0E14-85C0DC0C7365}"/>
          </ac:cxnSpMkLst>
        </pc:cxnChg>
        <pc:cxnChg chg="mod topLvl">
          <ac:chgData name="Peter Kuipers" userId="a12a943f-8344-4ca7-bd31-39cacc782748" providerId="ADAL" clId="{E72D8EA5-BE87-4EA9-B466-D6AEDE98FE40}" dt="2026-09-02T04:48:06.706" v="2665" actId="1076"/>
          <ac:cxnSpMkLst>
            <pc:docMk/>
            <pc:sldMk cId="3696494389" sldId="349"/>
            <ac:cxnSpMk id="118" creationId="{348F86C4-BF75-D7D0-2C3C-10372BE852B1}"/>
          </ac:cxnSpMkLst>
        </pc:cxnChg>
        <pc:cxnChg chg="mod topLvl">
          <ac:chgData name="Peter Kuipers" userId="a12a943f-8344-4ca7-bd31-39cacc782748" providerId="ADAL" clId="{E72D8EA5-BE87-4EA9-B466-D6AEDE98FE40}" dt="2026-09-02T05:06:27.229" v="2791" actId="14100"/>
          <ac:cxnSpMkLst>
            <pc:docMk/>
            <pc:sldMk cId="3696494389" sldId="349"/>
            <ac:cxnSpMk id="127" creationId="{1E966EA0-EDE2-C09E-A8D7-E38CEF738371}"/>
          </ac:cxnSpMkLst>
        </pc:cxnChg>
        <pc:cxnChg chg="mod topLvl">
          <ac:chgData name="Peter Kuipers" userId="a12a943f-8344-4ca7-bd31-39cacc782748" providerId="ADAL" clId="{E72D8EA5-BE87-4EA9-B466-D6AEDE98FE40}" dt="2026-09-02T05:06:33.260" v="2801" actId="1038"/>
          <ac:cxnSpMkLst>
            <pc:docMk/>
            <pc:sldMk cId="3696494389" sldId="349"/>
            <ac:cxnSpMk id="128" creationId="{5281A71E-6184-C5C0-2171-0C52CC3C3917}"/>
          </ac:cxnSpMkLst>
        </pc:cxnChg>
        <pc:cxnChg chg="mod topLvl">
          <ac:chgData name="Peter Kuipers" userId="a12a943f-8344-4ca7-bd31-39cacc782748" providerId="ADAL" clId="{E72D8EA5-BE87-4EA9-B466-D6AEDE98FE40}" dt="2026-09-02T05:06:33.260" v="2801" actId="1038"/>
          <ac:cxnSpMkLst>
            <pc:docMk/>
            <pc:sldMk cId="3696494389" sldId="349"/>
            <ac:cxnSpMk id="129" creationId="{E8B24555-AA27-8B8F-35DC-8FA0F2652889}"/>
          </ac:cxnSpMkLst>
        </pc:cxnChg>
        <pc:cxnChg chg="add mod">
          <ac:chgData name="Peter Kuipers" userId="a12a943f-8344-4ca7-bd31-39cacc782748" providerId="ADAL" clId="{E72D8EA5-BE87-4EA9-B466-D6AEDE98FE40}" dt="2026-09-02T05:07:22.668" v="2807" actId="14100"/>
          <ac:cxnSpMkLst>
            <pc:docMk/>
            <pc:sldMk cId="3696494389" sldId="349"/>
            <ac:cxnSpMk id="131" creationId="{19D00421-B258-FF1F-443A-A1C376713775}"/>
          </ac:cxnSpMkLst>
        </pc:cxnChg>
        <pc:cxnChg chg="add mod">
          <ac:chgData name="Peter Kuipers" userId="a12a943f-8344-4ca7-bd31-39cacc782748" providerId="ADAL" clId="{E72D8EA5-BE87-4EA9-B466-D6AEDE98FE40}" dt="2026-09-02T05:07:28.859" v="2808" actId="1036"/>
          <ac:cxnSpMkLst>
            <pc:docMk/>
            <pc:sldMk cId="3696494389" sldId="349"/>
            <ac:cxnSpMk id="132" creationId="{EF2A95F5-FADC-CB99-0841-5C805CC888B5}"/>
          </ac:cxnSpMkLst>
        </pc:cxnChg>
        <pc:cxnChg chg="add mod">
          <ac:chgData name="Peter Kuipers" userId="a12a943f-8344-4ca7-bd31-39cacc782748" providerId="ADAL" clId="{E72D8EA5-BE87-4EA9-B466-D6AEDE98FE40}" dt="2026-09-02T05:07:28.859" v="2808" actId="1036"/>
          <ac:cxnSpMkLst>
            <pc:docMk/>
            <pc:sldMk cId="3696494389" sldId="349"/>
            <ac:cxnSpMk id="133" creationId="{8FEF85AE-E2BB-A102-E65F-29B99BEC918B}"/>
          </ac:cxnSpMkLst>
        </pc:cxnChg>
      </pc:sldChg>
      <pc:sldChg chg="addSp delSp modSp new mod modClrScheme chgLayout">
        <pc:chgData name="Peter Kuipers" userId="a12a943f-8344-4ca7-bd31-39cacc782748" providerId="ADAL" clId="{E72D8EA5-BE87-4EA9-B466-D6AEDE98FE40}" dt="2026-09-02T08:44:16.497" v="4514" actId="1076"/>
        <pc:sldMkLst>
          <pc:docMk/>
          <pc:sldMk cId="1684572216" sldId="350"/>
        </pc:sldMkLst>
        <pc:spChg chg="del mod ord">
          <ac:chgData name="Peter Kuipers" userId="a12a943f-8344-4ca7-bd31-39cacc782748" providerId="ADAL" clId="{E72D8EA5-BE87-4EA9-B466-D6AEDE98FE40}" dt="2026-09-02T06:36:02.383" v="2957" actId="700"/>
          <ac:spMkLst>
            <pc:docMk/>
            <pc:sldMk cId="1684572216" sldId="350"/>
            <ac:spMk id="2" creationId="{1B1CB61C-2CEC-A491-8FA8-295EC5A979B7}"/>
          </ac:spMkLst>
        </pc:spChg>
        <pc:spChg chg="del mod ord">
          <ac:chgData name="Peter Kuipers" userId="a12a943f-8344-4ca7-bd31-39cacc782748" providerId="ADAL" clId="{E72D8EA5-BE87-4EA9-B466-D6AEDE98FE40}" dt="2026-09-02T06:36:02.383" v="2957" actId="700"/>
          <ac:spMkLst>
            <pc:docMk/>
            <pc:sldMk cId="1684572216" sldId="350"/>
            <ac:spMk id="3" creationId="{EC05B1DB-2289-435F-B826-1BCF039E8814}"/>
          </ac:spMkLst>
        </pc:spChg>
        <pc:spChg chg="add del mod ord">
          <ac:chgData name="Peter Kuipers" userId="a12a943f-8344-4ca7-bd31-39cacc782748" providerId="ADAL" clId="{E72D8EA5-BE87-4EA9-B466-D6AEDE98FE40}" dt="2026-09-02T06:37:04.805" v="2968" actId="700"/>
          <ac:spMkLst>
            <pc:docMk/>
            <pc:sldMk cId="1684572216" sldId="350"/>
            <ac:spMk id="4" creationId="{CAF7C6C0-EB04-6611-5BAA-839D06F018BC}"/>
          </ac:spMkLst>
        </pc:spChg>
        <pc:spChg chg="add del mod ord">
          <ac:chgData name="Peter Kuipers" userId="a12a943f-8344-4ca7-bd31-39cacc782748" providerId="ADAL" clId="{E72D8EA5-BE87-4EA9-B466-D6AEDE98FE40}" dt="2026-09-02T06:36:23.057" v="2961" actId="478"/>
          <ac:spMkLst>
            <pc:docMk/>
            <pc:sldMk cId="1684572216" sldId="350"/>
            <ac:spMk id="5" creationId="{93F9646F-5C07-10E3-582E-3CFF8C3D5C7B}"/>
          </ac:spMkLst>
        </pc:spChg>
        <pc:spChg chg="add del mod ord">
          <ac:chgData name="Peter Kuipers" userId="a12a943f-8344-4ca7-bd31-39cacc782748" providerId="ADAL" clId="{E72D8EA5-BE87-4EA9-B466-D6AEDE98FE40}" dt="2026-09-02T06:36:20.554" v="2960" actId="478"/>
          <ac:spMkLst>
            <pc:docMk/>
            <pc:sldMk cId="1684572216" sldId="350"/>
            <ac:spMk id="6" creationId="{87BE03C1-7205-481C-8EF7-8D1F1FE5BD43}"/>
          </ac:spMkLst>
        </pc:spChg>
        <pc:spChg chg="add del mod">
          <ac:chgData name="Peter Kuipers" userId="a12a943f-8344-4ca7-bd31-39cacc782748" providerId="ADAL" clId="{E72D8EA5-BE87-4EA9-B466-D6AEDE98FE40}" dt="2026-09-02T06:36:36.330" v="2963" actId="21"/>
          <ac:spMkLst>
            <pc:docMk/>
            <pc:sldMk cId="1684572216" sldId="350"/>
            <ac:spMk id="10" creationId="{5AD23A8B-44E3-6CED-8C44-7F42F578D45A}"/>
          </ac:spMkLst>
        </pc:spChg>
        <pc:spChg chg="add mod ord">
          <ac:chgData name="Peter Kuipers" userId="a12a943f-8344-4ca7-bd31-39cacc782748" providerId="ADAL" clId="{E72D8EA5-BE87-4EA9-B466-D6AEDE98FE40}" dt="2026-09-02T06:37:04.805" v="2968" actId="700"/>
          <ac:spMkLst>
            <pc:docMk/>
            <pc:sldMk cId="1684572216" sldId="350"/>
            <ac:spMk id="13" creationId="{E9FF5474-B23A-5D2C-5A03-3B68E6304DBA}"/>
          </ac:spMkLst>
        </pc:spChg>
        <pc:spChg chg="add mod ord">
          <ac:chgData name="Peter Kuipers" userId="a12a943f-8344-4ca7-bd31-39cacc782748" providerId="ADAL" clId="{E72D8EA5-BE87-4EA9-B466-D6AEDE98FE40}" dt="2026-09-02T06:44:32.799" v="3779" actId="20577"/>
          <ac:spMkLst>
            <pc:docMk/>
            <pc:sldMk cId="1684572216" sldId="350"/>
            <ac:spMk id="14" creationId="{F56AB05A-A9C1-6492-9EB9-12EECFBCF6D6}"/>
          </ac:spMkLst>
        </pc:spChg>
        <pc:spChg chg="add del mod ord">
          <ac:chgData name="Peter Kuipers" userId="a12a943f-8344-4ca7-bd31-39cacc782748" providerId="ADAL" clId="{E72D8EA5-BE87-4EA9-B466-D6AEDE98FE40}" dt="2026-09-02T06:37:08.027" v="2969" actId="478"/>
          <ac:spMkLst>
            <pc:docMk/>
            <pc:sldMk cId="1684572216" sldId="350"/>
            <ac:spMk id="15" creationId="{CA0B8CD1-20A4-FB73-729C-3A96C70CACE7}"/>
          </ac:spMkLst>
        </pc:spChg>
        <pc:picChg chg="add del mod">
          <ac:chgData name="Peter Kuipers" userId="a12a943f-8344-4ca7-bd31-39cacc782748" providerId="ADAL" clId="{E72D8EA5-BE87-4EA9-B466-D6AEDE98FE40}" dt="2026-09-02T06:36:36.330" v="2963" actId="21"/>
          <ac:picMkLst>
            <pc:docMk/>
            <pc:sldMk cId="1684572216" sldId="350"/>
            <ac:picMk id="8" creationId="{7DC8A19A-19C6-BDE9-1D8D-6E33A866F55A}"/>
          </ac:picMkLst>
        </pc:picChg>
        <pc:picChg chg="add mod">
          <ac:chgData name="Peter Kuipers" userId="a12a943f-8344-4ca7-bd31-39cacc782748" providerId="ADAL" clId="{E72D8EA5-BE87-4EA9-B466-D6AEDE98FE40}" dt="2026-09-02T08:44:16.497" v="4514" actId="1076"/>
          <ac:picMkLst>
            <pc:docMk/>
            <pc:sldMk cId="1684572216" sldId="350"/>
            <ac:picMk id="12" creationId="{EC5F2E7F-4660-EFFB-FC44-20FBBA18338D}"/>
          </ac:picMkLst>
        </pc:picChg>
      </pc:sldChg>
      <pc:sldChg chg="addSp delSp modSp add mod ord modNotesTx">
        <pc:chgData name="Peter Kuipers" userId="a12a943f-8344-4ca7-bd31-39cacc782748" providerId="ADAL" clId="{E72D8EA5-BE87-4EA9-B466-D6AEDE98FE40}" dt="2026-09-02T07:05:09.344" v="4308" actId="20577"/>
        <pc:sldMkLst>
          <pc:docMk/>
          <pc:sldMk cId="3157807861" sldId="351"/>
        </pc:sldMkLst>
        <pc:spChg chg="add mod">
          <ac:chgData name="Peter Kuipers" userId="a12a943f-8344-4ca7-bd31-39cacc782748" providerId="ADAL" clId="{E72D8EA5-BE87-4EA9-B466-D6AEDE98FE40}" dt="2026-09-02T06:56:49.133" v="4193" actId="1076"/>
          <ac:spMkLst>
            <pc:docMk/>
            <pc:sldMk cId="3157807861" sldId="351"/>
            <ac:spMk id="3" creationId="{559C0CF1-F104-B62E-15D8-9CE056362B94}"/>
          </ac:spMkLst>
        </pc:spChg>
        <pc:spChg chg="add mod">
          <ac:chgData name="Peter Kuipers" userId="a12a943f-8344-4ca7-bd31-39cacc782748" providerId="ADAL" clId="{E72D8EA5-BE87-4EA9-B466-D6AEDE98FE40}" dt="2026-09-02T06:57:30.539" v="4210" actId="1076"/>
          <ac:spMkLst>
            <pc:docMk/>
            <pc:sldMk cId="3157807861" sldId="351"/>
            <ac:spMk id="6" creationId="{F207F9B6-80A8-997B-8B0C-31A8327A80D2}"/>
          </ac:spMkLst>
        </pc:spChg>
        <pc:spChg chg="mod">
          <ac:chgData name="Peter Kuipers" userId="a12a943f-8344-4ca7-bd31-39cacc782748" providerId="ADAL" clId="{E72D8EA5-BE87-4EA9-B466-D6AEDE98FE40}" dt="2026-09-02T06:58:00.521" v="4211"/>
          <ac:spMkLst>
            <pc:docMk/>
            <pc:sldMk cId="3157807861" sldId="351"/>
            <ac:spMk id="54" creationId="{233D8648-B6DA-A568-4FDA-EE8AF1770011}"/>
          </ac:spMkLst>
        </pc:spChg>
        <pc:spChg chg="mod">
          <ac:chgData name="Peter Kuipers" userId="a12a943f-8344-4ca7-bd31-39cacc782748" providerId="ADAL" clId="{E72D8EA5-BE87-4EA9-B466-D6AEDE98FE40}" dt="2026-09-02T06:58:00.521" v="4211"/>
          <ac:spMkLst>
            <pc:docMk/>
            <pc:sldMk cId="3157807861" sldId="351"/>
            <ac:spMk id="55" creationId="{29B5EC11-E112-FA26-4422-A6B77AA1184B}"/>
          </ac:spMkLst>
        </pc:spChg>
        <pc:spChg chg="add mod">
          <ac:chgData name="Peter Kuipers" userId="a12a943f-8344-4ca7-bd31-39cacc782748" providerId="ADAL" clId="{E72D8EA5-BE87-4EA9-B466-D6AEDE98FE40}" dt="2026-09-02T06:58:40.235" v="4234" actId="1076"/>
          <ac:spMkLst>
            <pc:docMk/>
            <pc:sldMk cId="3157807861" sldId="351"/>
            <ac:spMk id="56" creationId="{AF850090-5C6F-7205-A727-C5D84F2EC2BD}"/>
          </ac:spMkLst>
        </pc:spChg>
        <pc:spChg chg="add mod">
          <ac:chgData name="Peter Kuipers" userId="a12a943f-8344-4ca7-bd31-39cacc782748" providerId="ADAL" clId="{E72D8EA5-BE87-4EA9-B466-D6AEDE98FE40}" dt="2026-09-02T07:05:09.344" v="4308" actId="20577"/>
          <ac:spMkLst>
            <pc:docMk/>
            <pc:sldMk cId="3157807861" sldId="351"/>
            <ac:spMk id="70" creationId="{B85199C4-4B8F-2C42-684F-6A7BEF987CF2}"/>
          </ac:spMkLst>
        </pc:spChg>
        <pc:spChg chg="mod">
          <ac:chgData name="Peter Kuipers" userId="a12a943f-8344-4ca7-bd31-39cacc782748" providerId="ADAL" clId="{E72D8EA5-BE87-4EA9-B466-D6AEDE98FE40}" dt="2026-09-02T06:51:21.886" v="4067" actId="1076"/>
          <ac:spMkLst>
            <pc:docMk/>
            <pc:sldMk cId="3157807861" sldId="351"/>
            <ac:spMk id="91" creationId="{6AA4317C-C474-1950-D252-538476E9F8D5}"/>
          </ac:spMkLst>
        </pc:spChg>
        <pc:spChg chg="mod">
          <ac:chgData name="Peter Kuipers" userId="a12a943f-8344-4ca7-bd31-39cacc782748" providerId="ADAL" clId="{E72D8EA5-BE87-4EA9-B466-D6AEDE98FE40}" dt="2026-09-02T06:54:50.528" v="4141" actId="1076"/>
          <ac:spMkLst>
            <pc:docMk/>
            <pc:sldMk cId="3157807861" sldId="351"/>
            <ac:spMk id="97" creationId="{A7512438-C37F-69F5-9C37-80549C94DAF0}"/>
          </ac:spMkLst>
        </pc:spChg>
        <pc:spChg chg="del mod">
          <ac:chgData name="Peter Kuipers" userId="a12a943f-8344-4ca7-bd31-39cacc782748" providerId="ADAL" clId="{E72D8EA5-BE87-4EA9-B466-D6AEDE98FE40}" dt="2026-09-02T06:59:00.746" v="4235" actId="478"/>
          <ac:spMkLst>
            <pc:docMk/>
            <pc:sldMk cId="3157807861" sldId="351"/>
            <ac:spMk id="98" creationId="{85F9A41C-3A1B-F536-355D-E8DA52610B33}"/>
          </ac:spMkLst>
        </pc:spChg>
        <pc:spChg chg="mod">
          <ac:chgData name="Peter Kuipers" userId="a12a943f-8344-4ca7-bd31-39cacc782748" providerId="ADAL" clId="{E72D8EA5-BE87-4EA9-B466-D6AEDE98FE40}" dt="2026-09-02T06:54:50.528" v="4141" actId="1076"/>
          <ac:spMkLst>
            <pc:docMk/>
            <pc:sldMk cId="3157807861" sldId="351"/>
            <ac:spMk id="107" creationId="{C25D5379-E375-FC19-87AA-476683FD6573}"/>
          </ac:spMkLst>
        </pc:spChg>
        <pc:spChg chg="del mod">
          <ac:chgData name="Peter Kuipers" userId="a12a943f-8344-4ca7-bd31-39cacc782748" providerId="ADAL" clId="{E72D8EA5-BE87-4EA9-B466-D6AEDE98FE40}" dt="2026-09-02T06:59:00.746" v="4235" actId="478"/>
          <ac:spMkLst>
            <pc:docMk/>
            <pc:sldMk cId="3157807861" sldId="351"/>
            <ac:spMk id="108" creationId="{FC1F77FA-5D27-BB1F-82F8-2F0C2E7539C5}"/>
          </ac:spMkLst>
        </pc:spChg>
        <pc:spChg chg="mod">
          <ac:chgData name="Peter Kuipers" userId="a12a943f-8344-4ca7-bd31-39cacc782748" providerId="ADAL" clId="{E72D8EA5-BE87-4EA9-B466-D6AEDE98FE40}" dt="2026-09-02T06:54:50.528" v="4141" actId="1076"/>
          <ac:spMkLst>
            <pc:docMk/>
            <pc:sldMk cId="3157807861" sldId="351"/>
            <ac:spMk id="109" creationId="{03283A8D-7024-5E99-B10F-70268EC3F581}"/>
          </ac:spMkLst>
        </pc:spChg>
        <pc:spChg chg="del mod">
          <ac:chgData name="Peter Kuipers" userId="a12a943f-8344-4ca7-bd31-39cacc782748" providerId="ADAL" clId="{E72D8EA5-BE87-4EA9-B466-D6AEDE98FE40}" dt="2026-09-02T06:59:00.746" v="4235" actId="478"/>
          <ac:spMkLst>
            <pc:docMk/>
            <pc:sldMk cId="3157807861" sldId="351"/>
            <ac:spMk id="110" creationId="{3C576165-8D44-0631-951F-68F87EEF1E19}"/>
          </ac:spMkLst>
        </pc:spChg>
        <pc:spChg chg="mod">
          <ac:chgData name="Peter Kuipers" userId="a12a943f-8344-4ca7-bd31-39cacc782748" providerId="ADAL" clId="{E72D8EA5-BE87-4EA9-B466-D6AEDE98FE40}" dt="2026-09-02T07:01:06.978" v="4285" actId="1076"/>
          <ac:spMkLst>
            <pc:docMk/>
            <pc:sldMk cId="3157807861" sldId="351"/>
            <ac:spMk id="138" creationId="{25FADDA7-F77B-88A1-4888-1BF3CD28ABE2}"/>
          </ac:spMkLst>
        </pc:spChg>
        <pc:spChg chg="mod">
          <ac:chgData name="Peter Kuipers" userId="a12a943f-8344-4ca7-bd31-39cacc782748" providerId="ADAL" clId="{E72D8EA5-BE87-4EA9-B466-D6AEDE98FE40}" dt="2026-09-02T06:54:50.528" v="4141" actId="1076"/>
          <ac:spMkLst>
            <pc:docMk/>
            <pc:sldMk cId="3157807861" sldId="351"/>
            <ac:spMk id="140" creationId="{5C161016-FAFE-FD17-F7B2-8B68EB739A65}"/>
          </ac:spMkLst>
        </pc:spChg>
        <pc:spChg chg="mod">
          <ac:chgData name="Peter Kuipers" userId="a12a943f-8344-4ca7-bd31-39cacc782748" providerId="ADAL" clId="{E72D8EA5-BE87-4EA9-B466-D6AEDE98FE40}" dt="2026-09-02T07:01:17.962" v="4286" actId="14100"/>
          <ac:spMkLst>
            <pc:docMk/>
            <pc:sldMk cId="3157807861" sldId="351"/>
            <ac:spMk id="146" creationId="{3D1D04B0-FE60-4233-86AD-F8D9FAE9FD92}"/>
          </ac:spMkLst>
        </pc:spChg>
        <pc:spChg chg="mod ord">
          <ac:chgData name="Peter Kuipers" userId="a12a943f-8344-4ca7-bd31-39cacc782748" providerId="ADAL" clId="{E72D8EA5-BE87-4EA9-B466-D6AEDE98FE40}" dt="2026-09-02T07:03:00.551" v="4293" actId="1038"/>
          <ac:spMkLst>
            <pc:docMk/>
            <pc:sldMk cId="3157807861" sldId="351"/>
            <ac:spMk id="148" creationId="{D5F5309B-4A21-629F-889A-3C04141679D3}"/>
          </ac:spMkLst>
        </pc:spChg>
        <pc:grpChg chg="add mod">
          <ac:chgData name="Peter Kuipers" userId="a12a943f-8344-4ca7-bd31-39cacc782748" providerId="ADAL" clId="{E72D8EA5-BE87-4EA9-B466-D6AEDE98FE40}" dt="2026-09-02T06:58:14.185" v="4212" actId="1076"/>
          <ac:grpSpMkLst>
            <pc:docMk/>
            <pc:sldMk cId="3157807861" sldId="351"/>
            <ac:grpSpMk id="53" creationId="{E1F4CD25-3EFF-A4E6-4C41-65AFE66A92D1}"/>
          </ac:grpSpMkLst>
        </pc:grpChg>
        <pc:grpChg chg="mod">
          <ac:chgData name="Peter Kuipers" userId="a12a943f-8344-4ca7-bd31-39cacc782748" providerId="ADAL" clId="{E72D8EA5-BE87-4EA9-B466-D6AEDE98FE40}" dt="2026-09-02T06:54:50.528" v="4141" actId="1076"/>
          <ac:grpSpMkLst>
            <pc:docMk/>
            <pc:sldMk cId="3157807861" sldId="351"/>
            <ac:grpSpMk id="101" creationId="{433B3F68-97F7-2A0D-8304-9542B32E1BF1}"/>
          </ac:grpSpMkLst>
        </pc:grpChg>
        <pc:grpChg chg="del mod">
          <ac:chgData name="Peter Kuipers" userId="a12a943f-8344-4ca7-bd31-39cacc782748" providerId="ADAL" clId="{E72D8EA5-BE87-4EA9-B466-D6AEDE98FE40}" dt="2026-09-02T06:59:00.746" v="4235" actId="478"/>
          <ac:grpSpMkLst>
            <pc:docMk/>
            <pc:sldMk cId="3157807861" sldId="351"/>
            <ac:grpSpMk id="104" creationId="{01BFAB60-0C22-C49B-050B-317CC0B8D076}"/>
          </ac:grpSpMkLst>
        </pc:grpChg>
        <pc:cxnChg chg="add mod">
          <ac:chgData name="Peter Kuipers" userId="a12a943f-8344-4ca7-bd31-39cacc782748" providerId="ADAL" clId="{E72D8EA5-BE87-4EA9-B466-D6AEDE98FE40}" dt="2026-09-02T06:58:14.185" v="4212" actId="1076"/>
          <ac:cxnSpMkLst>
            <pc:docMk/>
            <pc:sldMk cId="3157807861" sldId="351"/>
            <ac:cxnSpMk id="38" creationId="{F50EE08F-FB28-844D-27E6-AFCAC9DFCE5B}"/>
          </ac:cxnSpMkLst>
        </pc:cxnChg>
        <pc:cxnChg chg="add mod">
          <ac:chgData name="Peter Kuipers" userId="a12a943f-8344-4ca7-bd31-39cacc782748" providerId="ADAL" clId="{E72D8EA5-BE87-4EA9-B466-D6AEDE98FE40}" dt="2026-09-02T07:00:08.336" v="4242" actId="14100"/>
          <ac:cxnSpMkLst>
            <pc:docMk/>
            <pc:sldMk cId="3157807861" sldId="351"/>
            <ac:cxnSpMk id="64" creationId="{795F76CE-35D9-1471-D8BC-9530291BAA66}"/>
          </ac:cxnSpMkLst>
        </pc:cxnChg>
        <pc:cxnChg chg="add mod">
          <ac:chgData name="Peter Kuipers" userId="a12a943f-8344-4ca7-bd31-39cacc782748" providerId="ADAL" clId="{E72D8EA5-BE87-4EA9-B466-D6AEDE98FE40}" dt="2026-09-02T07:04:42.295" v="4295" actId="1076"/>
          <ac:cxnSpMkLst>
            <pc:docMk/>
            <pc:sldMk cId="3157807861" sldId="351"/>
            <ac:cxnSpMk id="67" creationId="{A331CA12-BD33-0864-D2E0-9B17CCF98EA0}"/>
          </ac:cxnSpMkLst>
        </pc:cxnChg>
        <pc:cxnChg chg="add mod">
          <ac:chgData name="Peter Kuipers" userId="a12a943f-8344-4ca7-bd31-39cacc782748" providerId="ADAL" clId="{E72D8EA5-BE87-4EA9-B466-D6AEDE98FE40}" dt="2026-09-02T07:04:42.295" v="4295" actId="1076"/>
          <ac:cxnSpMkLst>
            <pc:docMk/>
            <pc:sldMk cId="3157807861" sldId="351"/>
            <ac:cxnSpMk id="68" creationId="{DDDCFE41-37D2-D0BF-B788-793F4B5EBB80}"/>
          </ac:cxnSpMkLst>
        </pc:cxnChg>
        <pc:cxnChg chg="add mod">
          <ac:chgData name="Peter Kuipers" userId="a12a943f-8344-4ca7-bd31-39cacc782748" providerId="ADAL" clId="{E72D8EA5-BE87-4EA9-B466-D6AEDE98FE40}" dt="2026-09-02T07:04:42.295" v="4295" actId="1076"/>
          <ac:cxnSpMkLst>
            <pc:docMk/>
            <pc:sldMk cId="3157807861" sldId="351"/>
            <ac:cxnSpMk id="69" creationId="{1EE81003-EC10-2A63-11B6-B28FC66471DB}"/>
          </ac:cxnSpMkLst>
        </pc:cxnChg>
        <pc:cxnChg chg="del mod">
          <ac:chgData name="Peter Kuipers" userId="a12a943f-8344-4ca7-bd31-39cacc782748" providerId="ADAL" clId="{E72D8EA5-BE87-4EA9-B466-D6AEDE98FE40}" dt="2026-09-02T06:59:00.746" v="4235" actId="478"/>
          <ac:cxnSpMkLst>
            <pc:docMk/>
            <pc:sldMk cId="3157807861" sldId="351"/>
            <ac:cxnSpMk id="99" creationId="{9F1DF79E-D364-6242-2A37-423E11111702}"/>
          </ac:cxnSpMkLst>
        </pc:cxnChg>
        <pc:cxnChg chg="mod">
          <ac:chgData name="Peter Kuipers" userId="a12a943f-8344-4ca7-bd31-39cacc782748" providerId="ADAL" clId="{E72D8EA5-BE87-4EA9-B466-D6AEDE98FE40}" dt="2026-09-02T06:54:50.528" v="4141" actId="1076"/>
          <ac:cxnSpMkLst>
            <pc:docMk/>
            <pc:sldMk cId="3157807861" sldId="351"/>
            <ac:cxnSpMk id="100" creationId="{F0C53525-AEC7-A572-9329-72681C2E4CAE}"/>
          </ac:cxnSpMkLst>
        </pc:cxnChg>
        <pc:cxnChg chg="mod">
          <ac:chgData name="Peter Kuipers" userId="a12a943f-8344-4ca7-bd31-39cacc782748" providerId="ADAL" clId="{E72D8EA5-BE87-4EA9-B466-D6AEDE98FE40}" dt="2026-09-02T06:59:31.969" v="4237" actId="14100"/>
          <ac:cxnSpMkLst>
            <pc:docMk/>
            <pc:sldMk cId="3157807861" sldId="351"/>
            <ac:cxnSpMk id="127" creationId="{3E03353B-811C-00E9-15B2-54107024AFEA}"/>
          </ac:cxnSpMkLst>
        </pc:cxnChg>
        <pc:cxnChg chg="mod">
          <ac:chgData name="Peter Kuipers" userId="a12a943f-8344-4ca7-bd31-39cacc782748" providerId="ADAL" clId="{E72D8EA5-BE87-4EA9-B466-D6AEDE98FE40}" dt="2026-09-02T07:00:03.806" v="4241" actId="1076"/>
          <ac:cxnSpMkLst>
            <pc:docMk/>
            <pc:sldMk cId="3157807861" sldId="351"/>
            <ac:cxnSpMk id="128" creationId="{4EF23EC4-03BA-4C80-82A0-A5E7F83D4861}"/>
          </ac:cxnSpMkLst>
        </pc:cxnChg>
        <pc:cxnChg chg="mod">
          <ac:chgData name="Peter Kuipers" userId="a12a943f-8344-4ca7-bd31-39cacc782748" providerId="ADAL" clId="{E72D8EA5-BE87-4EA9-B466-D6AEDE98FE40}" dt="2026-09-02T07:00:03.806" v="4241" actId="1076"/>
          <ac:cxnSpMkLst>
            <pc:docMk/>
            <pc:sldMk cId="3157807861" sldId="351"/>
            <ac:cxnSpMk id="129" creationId="{6B3262F3-9441-4B1C-2A4E-8B3DFBE3005A}"/>
          </ac:cxnSpMkLst>
        </pc:cxnChg>
        <pc:cxnChg chg="mod">
          <ac:chgData name="Peter Kuipers" userId="a12a943f-8344-4ca7-bd31-39cacc782748" providerId="ADAL" clId="{E72D8EA5-BE87-4EA9-B466-D6AEDE98FE40}" dt="2026-09-02T06:54:50.528" v="4141" actId="1076"/>
          <ac:cxnSpMkLst>
            <pc:docMk/>
            <pc:sldMk cId="3157807861" sldId="351"/>
            <ac:cxnSpMk id="131" creationId="{38E3FF12-B827-3F8C-C0AE-1A61C9B4E848}"/>
          </ac:cxnSpMkLst>
        </pc:cxnChg>
        <pc:cxnChg chg="mod">
          <ac:chgData name="Peter Kuipers" userId="a12a943f-8344-4ca7-bd31-39cacc782748" providerId="ADAL" clId="{E72D8EA5-BE87-4EA9-B466-D6AEDE98FE40}" dt="2026-09-02T06:54:50.528" v="4141" actId="1076"/>
          <ac:cxnSpMkLst>
            <pc:docMk/>
            <pc:sldMk cId="3157807861" sldId="351"/>
            <ac:cxnSpMk id="132" creationId="{C21715E3-52BE-874F-10C1-54FDDA2F4DD6}"/>
          </ac:cxnSpMkLst>
        </pc:cxnChg>
        <pc:cxnChg chg="mod">
          <ac:chgData name="Peter Kuipers" userId="a12a943f-8344-4ca7-bd31-39cacc782748" providerId="ADAL" clId="{E72D8EA5-BE87-4EA9-B466-D6AEDE98FE40}" dt="2026-09-02T06:54:50.528" v="4141" actId="1076"/>
          <ac:cxnSpMkLst>
            <pc:docMk/>
            <pc:sldMk cId="3157807861" sldId="351"/>
            <ac:cxnSpMk id="133" creationId="{04E3E385-94DB-2EE8-0B2E-CA75E049E044}"/>
          </ac:cxnSpMkLst>
        </pc:cxnChg>
      </pc:sldChg>
      <pc:sldChg chg="addSp delSp modSp new mod modClrScheme chgLayout">
        <pc:chgData name="Peter Kuipers" userId="a12a943f-8344-4ca7-bd31-39cacc782748" providerId="ADAL" clId="{E72D8EA5-BE87-4EA9-B466-D6AEDE98FE40}" dt="2026-09-02T08:57:36.349" v="5625" actId="120"/>
        <pc:sldMkLst>
          <pc:docMk/>
          <pc:sldMk cId="809791942" sldId="352"/>
        </pc:sldMkLst>
        <pc:spChg chg="mod ord">
          <ac:chgData name="Peter Kuipers" userId="a12a943f-8344-4ca7-bd31-39cacc782748" providerId="ADAL" clId="{E72D8EA5-BE87-4EA9-B466-D6AEDE98FE40}" dt="2026-09-02T08:46:07.151" v="4523" actId="700"/>
          <ac:spMkLst>
            <pc:docMk/>
            <pc:sldMk cId="809791942" sldId="352"/>
            <ac:spMk id="2" creationId="{B438A92A-1DE7-A1F8-F1AE-68F58EE6FE36}"/>
          </ac:spMkLst>
        </pc:spChg>
        <pc:spChg chg="del">
          <ac:chgData name="Peter Kuipers" userId="a12a943f-8344-4ca7-bd31-39cacc782748" providerId="ADAL" clId="{E72D8EA5-BE87-4EA9-B466-D6AEDE98FE40}" dt="2026-09-02T08:28:32.019" v="4335" actId="478"/>
          <ac:spMkLst>
            <pc:docMk/>
            <pc:sldMk cId="809791942" sldId="352"/>
            <ac:spMk id="3" creationId="{9A8117E5-EE71-B3B5-6622-6DF2ACACAD41}"/>
          </ac:spMkLst>
        </pc:spChg>
        <pc:spChg chg="add mod ord">
          <ac:chgData name="Peter Kuipers" userId="a12a943f-8344-4ca7-bd31-39cacc782748" providerId="ADAL" clId="{E72D8EA5-BE87-4EA9-B466-D6AEDE98FE40}" dt="2026-09-02T08:38:57.457" v="4427" actId="1076"/>
          <ac:spMkLst>
            <pc:docMk/>
            <pc:sldMk cId="809791942" sldId="352"/>
            <ac:spMk id="4" creationId="{165B21BE-90E6-63CD-8522-095E6FD6F183}"/>
          </ac:spMkLst>
        </pc:spChg>
        <pc:spChg chg="add mod">
          <ac:chgData name="Peter Kuipers" userId="a12a943f-8344-4ca7-bd31-39cacc782748" providerId="ADAL" clId="{E72D8EA5-BE87-4EA9-B466-D6AEDE98FE40}" dt="2026-09-02T08:38:57.457" v="4427" actId="1076"/>
          <ac:spMkLst>
            <pc:docMk/>
            <pc:sldMk cId="809791942" sldId="352"/>
            <ac:spMk id="5" creationId="{9857FDD5-EF8F-A447-63D7-3C2C656E24F6}"/>
          </ac:spMkLst>
        </pc:spChg>
        <pc:spChg chg="add del mod">
          <ac:chgData name="Peter Kuipers" userId="a12a943f-8344-4ca7-bd31-39cacc782748" providerId="ADAL" clId="{E72D8EA5-BE87-4EA9-B466-D6AEDE98FE40}" dt="2026-09-02T08:31:50.257" v="4363" actId="478"/>
          <ac:spMkLst>
            <pc:docMk/>
            <pc:sldMk cId="809791942" sldId="352"/>
            <ac:spMk id="6" creationId="{28382B5C-F5DC-9F74-4468-C27D679B18EB}"/>
          </ac:spMkLst>
        </pc:spChg>
        <pc:spChg chg="add del mod">
          <ac:chgData name="Peter Kuipers" userId="a12a943f-8344-4ca7-bd31-39cacc782748" providerId="ADAL" clId="{E72D8EA5-BE87-4EA9-B466-D6AEDE98FE40}" dt="2026-09-02T08:31:50.257" v="4363" actId="478"/>
          <ac:spMkLst>
            <pc:docMk/>
            <pc:sldMk cId="809791942" sldId="352"/>
            <ac:spMk id="7" creationId="{52C68AC6-4CEA-5148-E0E9-2B0DB3F0AC29}"/>
          </ac:spMkLst>
        </pc:spChg>
        <pc:spChg chg="del mod">
          <ac:chgData name="Peter Kuipers" userId="a12a943f-8344-4ca7-bd31-39cacc782748" providerId="ADAL" clId="{E72D8EA5-BE87-4EA9-B466-D6AEDE98FE40}" dt="2026-09-02T08:31:50.257" v="4363" actId="478"/>
          <ac:spMkLst>
            <pc:docMk/>
            <pc:sldMk cId="809791942" sldId="352"/>
            <ac:spMk id="8" creationId="{777B4920-D10D-0EA4-3C95-30C87B2BF0F0}"/>
          </ac:spMkLst>
        </pc:spChg>
        <pc:spChg chg="add del mod">
          <ac:chgData name="Peter Kuipers" userId="a12a943f-8344-4ca7-bd31-39cacc782748" providerId="ADAL" clId="{E72D8EA5-BE87-4EA9-B466-D6AEDE98FE40}" dt="2026-09-02T08:31:50.257" v="4363" actId="478"/>
          <ac:spMkLst>
            <pc:docMk/>
            <pc:sldMk cId="809791942" sldId="352"/>
            <ac:spMk id="9" creationId="{B3DAA685-BAB3-1AE2-C9A5-AD342D32BC69}"/>
          </ac:spMkLst>
        </pc:spChg>
        <pc:spChg chg="add del mod">
          <ac:chgData name="Peter Kuipers" userId="a12a943f-8344-4ca7-bd31-39cacc782748" providerId="ADAL" clId="{E72D8EA5-BE87-4EA9-B466-D6AEDE98FE40}" dt="2026-09-02T08:45:56.902" v="4520" actId="21"/>
          <ac:spMkLst>
            <pc:docMk/>
            <pc:sldMk cId="809791942" sldId="352"/>
            <ac:spMk id="10" creationId="{E9262BAD-104C-74CC-1418-5C112DB8A7AA}"/>
          </ac:spMkLst>
        </pc:spChg>
        <pc:spChg chg="add del mod">
          <ac:chgData name="Peter Kuipers" userId="a12a943f-8344-4ca7-bd31-39cacc782748" providerId="ADAL" clId="{E72D8EA5-BE87-4EA9-B466-D6AEDE98FE40}" dt="2026-09-02T08:45:56.902" v="4520" actId="21"/>
          <ac:spMkLst>
            <pc:docMk/>
            <pc:sldMk cId="809791942" sldId="352"/>
            <ac:spMk id="11" creationId="{7F0BC89C-C0F5-2C32-7B26-C2D36BA50EA1}"/>
          </ac:spMkLst>
        </pc:spChg>
        <pc:spChg chg="add del mod">
          <ac:chgData name="Peter Kuipers" userId="a12a943f-8344-4ca7-bd31-39cacc782748" providerId="ADAL" clId="{E72D8EA5-BE87-4EA9-B466-D6AEDE98FE40}" dt="2026-09-02T08:45:56.902" v="4520" actId="21"/>
          <ac:spMkLst>
            <pc:docMk/>
            <pc:sldMk cId="809791942" sldId="352"/>
            <ac:spMk id="12" creationId="{AC874665-FBC1-D04E-E829-9AB23456C646}"/>
          </ac:spMkLst>
        </pc:spChg>
        <pc:spChg chg="mod">
          <ac:chgData name="Peter Kuipers" userId="a12a943f-8344-4ca7-bd31-39cacc782748" providerId="ADAL" clId="{E72D8EA5-BE87-4EA9-B466-D6AEDE98FE40}" dt="2026-09-02T08:38:57.457" v="4427" actId="1076"/>
          <ac:spMkLst>
            <pc:docMk/>
            <pc:sldMk cId="809791942" sldId="352"/>
            <ac:spMk id="13" creationId="{9471748E-E15D-A7B6-EAC8-7EE119F5826E}"/>
          </ac:spMkLst>
        </pc:spChg>
        <pc:spChg chg="add del mod">
          <ac:chgData name="Peter Kuipers" userId="a12a943f-8344-4ca7-bd31-39cacc782748" providerId="ADAL" clId="{E72D8EA5-BE87-4EA9-B466-D6AEDE98FE40}" dt="2026-09-02T08:45:56.902" v="4520" actId="21"/>
          <ac:spMkLst>
            <pc:docMk/>
            <pc:sldMk cId="809791942" sldId="352"/>
            <ac:spMk id="16" creationId="{CED33245-F5D2-2FAA-7B23-25AAA52B2C51}"/>
          </ac:spMkLst>
        </pc:spChg>
        <pc:spChg chg="add del mod">
          <ac:chgData name="Peter Kuipers" userId="a12a943f-8344-4ca7-bd31-39cacc782748" providerId="ADAL" clId="{E72D8EA5-BE87-4EA9-B466-D6AEDE98FE40}" dt="2026-09-02T08:45:56.902" v="4520" actId="21"/>
          <ac:spMkLst>
            <pc:docMk/>
            <pc:sldMk cId="809791942" sldId="352"/>
            <ac:spMk id="17" creationId="{B26F5C85-CA99-9426-3AE1-C3316EA33076}"/>
          </ac:spMkLst>
        </pc:spChg>
        <pc:spChg chg="add mod">
          <ac:chgData name="Peter Kuipers" userId="a12a943f-8344-4ca7-bd31-39cacc782748" providerId="ADAL" clId="{E72D8EA5-BE87-4EA9-B466-D6AEDE98FE40}" dt="2026-09-02T08:38:57.457" v="4427" actId="1076"/>
          <ac:spMkLst>
            <pc:docMk/>
            <pc:sldMk cId="809791942" sldId="352"/>
            <ac:spMk id="18" creationId="{537CC9F1-D659-4655-25E8-FF300E37C7CB}"/>
          </ac:spMkLst>
        </pc:spChg>
        <pc:spChg chg="del">
          <ac:chgData name="Peter Kuipers" userId="a12a943f-8344-4ca7-bd31-39cacc782748" providerId="ADAL" clId="{E72D8EA5-BE87-4EA9-B466-D6AEDE98FE40}" dt="2026-09-02T08:30:18.152" v="4348" actId="478"/>
          <ac:spMkLst>
            <pc:docMk/>
            <pc:sldMk cId="809791942" sldId="352"/>
            <ac:spMk id="19" creationId="{B62343A7-AE8B-BB99-F29B-2A6B70956DAD}"/>
          </ac:spMkLst>
        </pc:spChg>
        <pc:spChg chg="add del">
          <ac:chgData name="Peter Kuipers" userId="a12a943f-8344-4ca7-bd31-39cacc782748" providerId="ADAL" clId="{E72D8EA5-BE87-4EA9-B466-D6AEDE98FE40}" dt="2026-09-02T08:30:39.884" v="4351" actId="22"/>
          <ac:spMkLst>
            <pc:docMk/>
            <pc:sldMk cId="809791942" sldId="352"/>
            <ac:spMk id="25" creationId="{FED9746E-3C1D-CC9F-03D3-8AA89C7F35AC}"/>
          </ac:spMkLst>
        </pc:spChg>
        <pc:spChg chg="add del">
          <ac:chgData name="Peter Kuipers" userId="a12a943f-8344-4ca7-bd31-39cacc782748" providerId="ADAL" clId="{E72D8EA5-BE87-4EA9-B466-D6AEDE98FE40}" dt="2026-09-02T08:30:39.884" v="4351" actId="22"/>
          <ac:spMkLst>
            <pc:docMk/>
            <pc:sldMk cId="809791942" sldId="352"/>
            <ac:spMk id="27" creationId="{07134104-10B2-5E72-81B1-A6ED2C04A236}"/>
          </ac:spMkLst>
        </pc:spChg>
        <pc:spChg chg="add del mod">
          <ac:chgData name="Peter Kuipers" userId="a12a943f-8344-4ca7-bd31-39cacc782748" providerId="ADAL" clId="{E72D8EA5-BE87-4EA9-B466-D6AEDE98FE40}" dt="2026-09-02T08:45:56.902" v="4520" actId="21"/>
          <ac:spMkLst>
            <pc:docMk/>
            <pc:sldMk cId="809791942" sldId="352"/>
            <ac:spMk id="33" creationId="{179954A7-537A-1452-1611-FFFED5D6FAA6}"/>
          </ac:spMkLst>
        </pc:spChg>
        <pc:spChg chg="add del mod">
          <ac:chgData name="Peter Kuipers" userId="a12a943f-8344-4ca7-bd31-39cacc782748" providerId="ADAL" clId="{E72D8EA5-BE87-4EA9-B466-D6AEDE98FE40}" dt="2026-09-02T08:45:56.902" v="4520" actId="21"/>
          <ac:spMkLst>
            <pc:docMk/>
            <pc:sldMk cId="809791942" sldId="352"/>
            <ac:spMk id="35" creationId="{FF699707-611C-C17A-FEE0-84A90CE6FBBC}"/>
          </ac:spMkLst>
        </pc:spChg>
        <pc:spChg chg="add mod">
          <ac:chgData name="Peter Kuipers" userId="a12a943f-8344-4ca7-bd31-39cacc782748" providerId="ADAL" clId="{E72D8EA5-BE87-4EA9-B466-D6AEDE98FE40}" dt="2026-09-02T08:38:39.859" v="4426" actId="1035"/>
          <ac:spMkLst>
            <pc:docMk/>
            <pc:sldMk cId="809791942" sldId="352"/>
            <ac:spMk id="37" creationId="{1D9FC490-B0D5-0FC1-361A-ABABEBF42914}"/>
          </ac:spMkLst>
        </pc:spChg>
        <pc:spChg chg="add del mod">
          <ac:chgData name="Peter Kuipers" userId="a12a943f-8344-4ca7-bd31-39cacc782748" providerId="ADAL" clId="{E72D8EA5-BE87-4EA9-B466-D6AEDE98FE40}" dt="2026-09-02T08:45:56.902" v="4520" actId="21"/>
          <ac:spMkLst>
            <pc:docMk/>
            <pc:sldMk cId="809791942" sldId="352"/>
            <ac:spMk id="46" creationId="{E213EB6E-B07A-8CC7-D9E3-E34C3C252484}"/>
          </ac:spMkLst>
        </pc:spChg>
        <pc:spChg chg="add mod">
          <ac:chgData name="Peter Kuipers" userId="a12a943f-8344-4ca7-bd31-39cacc782748" providerId="ADAL" clId="{E72D8EA5-BE87-4EA9-B466-D6AEDE98FE40}" dt="2026-09-02T08:44:00.767" v="4511" actId="1076"/>
          <ac:spMkLst>
            <pc:docMk/>
            <pc:sldMk cId="809791942" sldId="352"/>
            <ac:spMk id="48" creationId="{CD12EB9A-BC2A-B27B-E803-46F91F76C6CE}"/>
          </ac:spMkLst>
        </pc:spChg>
        <pc:spChg chg="add del mod">
          <ac:chgData name="Peter Kuipers" userId="a12a943f-8344-4ca7-bd31-39cacc782748" providerId="ADAL" clId="{E72D8EA5-BE87-4EA9-B466-D6AEDE98FE40}" dt="2026-09-02T08:43:48.688" v="4509" actId="478"/>
          <ac:spMkLst>
            <pc:docMk/>
            <pc:sldMk cId="809791942" sldId="352"/>
            <ac:spMk id="50" creationId="{C40E1EE7-2440-AA5E-E30C-FDC5E26AB21D}"/>
          </ac:spMkLst>
        </pc:spChg>
        <pc:spChg chg="add del mod">
          <ac:chgData name="Peter Kuipers" userId="a12a943f-8344-4ca7-bd31-39cacc782748" providerId="ADAL" clId="{E72D8EA5-BE87-4EA9-B466-D6AEDE98FE40}" dt="2026-09-02T08:43:51.427" v="4510" actId="478"/>
          <ac:spMkLst>
            <pc:docMk/>
            <pc:sldMk cId="809791942" sldId="352"/>
            <ac:spMk id="52" creationId="{A3811573-B0F0-FF3E-F79C-923C20F87D9B}"/>
          </ac:spMkLst>
        </pc:spChg>
        <pc:spChg chg="add del mod">
          <ac:chgData name="Peter Kuipers" userId="a12a943f-8344-4ca7-bd31-39cacc782748" providerId="ADAL" clId="{E72D8EA5-BE87-4EA9-B466-D6AEDE98FE40}" dt="2026-09-02T08:45:56.902" v="4520" actId="21"/>
          <ac:spMkLst>
            <pc:docMk/>
            <pc:sldMk cId="809791942" sldId="352"/>
            <ac:spMk id="54" creationId="{000FE78E-9726-88A3-1BD5-0CD469176AC5}"/>
          </ac:spMkLst>
        </pc:spChg>
        <pc:spChg chg="add mod">
          <ac:chgData name="Peter Kuipers" userId="a12a943f-8344-4ca7-bd31-39cacc782748" providerId="ADAL" clId="{E72D8EA5-BE87-4EA9-B466-D6AEDE98FE40}" dt="2026-09-02T08:41:42.588" v="4458" actId="1076"/>
          <ac:spMkLst>
            <pc:docMk/>
            <pc:sldMk cId="809791942" sldId="352"/>
            <ac:spMk id="56" creationId="{D147AC5D-74FF-7F14-1310-CE483D4169B6}"/>
          </ac:spMkLst>
        </pc:spChg>
        <pc:spChg chg="add mod">
          <ac:chgData name="Peter Kuipers" userId="a12a943f-8344-4ca7-bd31-39cacc782748" providerId="ADAL" clId="{E72D8EA5-BE87-4EA9-B466-D6AEDE98FE40}" dt="2026-09-02T08:41:59.721" v="4467" actId="1076"/>
          <ac:spMkLst>
            <pc:docMk/>
            <pc:sldMk cId="809791942" sldId="352"/>
            <ac:spMk id="58" creationId="{920B20C5-57B0-DF2A-C38A-AF0A3BA2A68B}"/>
          </ac:spMkLst>
        </pc:spChg>
        <pc:spChg chg="add del mod ord">
          <ac:chgData name="Peter Kuipers" userId="a12a943f-8344-4ca7-bd31-39cacc782748" providerId="ADAL" clId="{E72D8EA5-BE87-4EA9-B466-D6AEDE98FE40}" dt="2026-09-02T08:43:40.894" v="4507" actId="700"/>
          <ac:spMkLst>
            <pc:docMk/>
            <pc:sldMk cId="809791942" sldId="352"/>
            <ac:spMk id="59" creationId="{FF731364-3B8D-F785-2487-4149117F0A56}"/>
          </ac:spMkLst>
        </pc:spChg>
        <pc:spChg chg="add del mod ord">
          <ac:chgData name="Peter Kuipers" userId="a12a943f-8344-4ca7-bd31-39cacc782748" providerId="ADAL" clId="{E72D8EA5-BE87-4EA9-B466-D6AEDE98FE40}" dt="2026-09-02T08:43:40.894" v="4507" actId="700"/>
          <ac:spMkLst>
            <pc:docMk/>
            <pc:sldMk cId="809791942" sldId="352"/>
            <ac:spMk id="60" creationId="{A8EAFB2F-946F-100B-C43B-396A69E88119}"/>
          </ac:spMkLst>
        </pc:spChg>
        <pc:spChg chg="mod">
          <ac:chgData name="Peter Kuipers" userId="a12a943f-8344-4ca7-bd31-39cacc782748" providerId="ADAL" clId="{E72D8EA5-BE87-4EA9-B466-D6AEDE98FE40}" dt="2026-09-02T08:44:52.671" v="4515"/>
          <ac:spMkLst>
            <pc:docMk/>
            <pc:sldMk cId="809791942" sldId="352"/>
            <ac:spMk id="64" creationId="{6425DB8F-F324-1A88-5A16-704A8C7BCC02}"/>
          </ac:spMkLst>
        </pc:spChg>
        <pc:spChg chg="mod">
          <ac:chgData name="Peter Kuipers" userId="a12a943f-8344-4ca7-bd31-39cacc782748" providerId="ADAL" clId="{E72D8EA5-BE87-4EA9-B466-D6AEDE98FE40}" dt="2026-09-02T08:44:52.671" v="4515"/>
          <ac:spMkLst>
            <pc:docMk/>
            <pc:sldMk cId="809791942" sldId="352"/>
            <ac:spMk id="65" creationId="{3B5D9F1B-1CD7-5FEA-B741-F1C7098B833D}"/>
          </ac:spMkLst>
        </pc:spChg>
        <pc:spChg chg="add del mod">
          <ac:chgData name="Peter Kuipers" userId="a12a943f-8344-4ca7-bd31-39cacc782748" providerId="ADAL" clId="{E72D8EA5-BE87-4EA9-B466-D6AEDE98FE40}" dt="2026-09-02T08:45:56.902" v="4520" actId="21"/>
          <ac:spMkLst>
            <pc:docMk/>
            <pc:sldMk cId="809791942" sldId="352"/>
            <ac:spMk id="66" creationId="{187A4DDF-DC3C-F26B-023F-364494B5140F}"/>
          </ac:spMkLst>
        </pc:spChg>
        <pc:spChg chg="mod">
          <ac:chgData name="Peter Kuipers" userId="a12a943f-8344-4ca7-bd31-39cacc782748" providerId="ADAL" clId="{E72D8EA5-BE87-4EA9-B466-D6AEDE98FE40}" dt="2026-09-02T08:45:04.994" v="4517"/>
          <ac:spMkLst>
            <pc:docMk/>
            <pc:sldMk cId="809791942" sldId="352"/>
            <ac:spMk id="68" creationId="{3409B6A7-4463-93E4-8F23-44573D5D4010}"/>
          </ac:spMkLst>
        </pc:spChg>
        <pc:spChg chg="mod">
          <ac:chgData name="Peter Kuipers" userId="a12a943f-8344-4ca7-bd31-39cacc782748" providerId="ADAL" clId="{E72D8EA5-BE87-4EA9-B466-D6AEDE98FE40}" dt="2026-09-02T08:45:04.994" v="4517"/>
          <ac:spMkLst>
            <pc:docMk/>
            <pc:sldMk cId="809791942" sldId="352"/>
            <ac:spMk id="69" creationId="{616CC476-F135-A966-D081-3827B232F067}"/>
          </ac:spMkLst>
        </pc:spChg>
        <pc:spChg chg="add mod">
          <ac:chgData name="Peter Kuipers" userId="a12a943f-8344-4ca7-bd31-39cacc782748" providerId="ADAL" clId="{E72D8EA5-BE87-4EA9-B466-D6AEDE98FE40}" dt="2026-09-02T08:45:43.891" v="4519" actId="20577"/>
          <ac:spMkLst>
            <pc:docMk/>
            <pc:sldMk cId="809791942" sldId="352"/>
            <ac:spMk id="70" creationId="{BC5F2F5F-FFDB-9D43-729E-EB5CC5325852}"/>
          </ac:spMkLst>
        </pc:spChg>
        <pc:spChg chg="add mod ord">
          <ac:chgData name="Peter Kuipers" userId="a12a943f-8344-4ca7-bd31-39cacc782748" providerId="ADAL" clId="{E72D8EA5-BE87-4EA9-B466-D6AEDE98FE40}" dt="2026-09-02T08:57:36.349" v="5625" actId="120"/>
          <ac:spMkLst>
            <pc:docMk/>
            <pc:sldMk cId="809791942" sldId="352"/>
            <ac:spMk id="73" creationId="{772C435C-D149-7014-9E0A-A2AC06DB6B62}"/>
          </ac:spMkLst>
        </pc:spChg>
        <pc:spChg chg="add del mod ord">
          <ac:chgData name="Peter Kuipers" userId="a12a943f-8344-4ca7-bd31-39cacc782748" providerId="ADAL" clId="{E72D8EA5-BE87-4EA9-B466-D6AEDE98FE40}" dt="2026-09-02T08:46:11.044" v="4524" actId="478"/>
          <ac:spMkLst>
            <pc:docMk/>
            <pc:sldMk cId="809791942" sldId="352"/>
            <ac:spMk id="74" creationId="{8B466249-EC71-0890-0232-B17E7699EC77}"/>
          </ac:spMkLst>
        </pc:spChg>
        <pc:grpChg chg="add mod">
          <ac:chgData name="Peter Kuipers" userId="a12a943f-8344-4ca7-bd31-39cacc782748" providerId="ADAL" clId="{E72D8EA5-BE87-4EA9-B466-D6AEDE98FE40}" dt="2026-09-02T08:45:01.718" v="4516" actId="1076"/>
          <ac:grpSpMkLst>
            <pc:docMk/>
            <pc:sldMk cId="809791942" sldId="352"/>
            <ac:grpSpMk id="63" creationId="{12CAC489-9A9C-5D5D-113A-3C22BE72755E}"/>
          </ac:grpSpMkLst>
        </pc:grpChg>
        <pc:grpChg chg="add mod">
          <ac:chgData name="Peter Kuipers" userId="a12a943f-8344-4ca7-bd31-39cacc782748" providerId="ADAL" clId="{E72D8EA5-BE87-4EA9-B466-D6AEDE98FE40}" dt="2026-09-02T08:45:38.843" v="4518" actId="1076"/>
          <ac:grpSpMkLst>
            <pc:docMk/>
            <pc:sldMk cId="809791942" sldId="352"/>
            <ac:grpSpMk id="67" creationId="{26A66FFB-B52C-5CAF-7B75-36C6E34ED62E}"/>
          </ac:grpSpMkLst>
        </pc:grpChg>
        <pc:picChg chg="add mod">
          <ac:chgData name="Peter Kuipers" userId="a12a943f-8344-4ca7-bd31-39cacc782748" providerId="ADAL" clId="{E72D8EA5-BE87-4EA9-B466-D6AEDE98FE40}" dt="2026-09-02T08:38:57.457" v="4427" actId="1076"/>
          <ac:picMkLst>
            <pc:docMk/>
            <pc:sldMk cId="809791942" sldId="352"/>
            <ac:picMk id="21" creationId="{7809A0C3-C1DA-BA88-A902-77A0C4247336}"/>
          </ac:picMkLst>
        </pc:picChg>
        <pc:picChg chg="add mod ord">
          <ac:chgData name="Peter Kuipers" userId="a12a943f-8344-4ca7-bd31-39cacc782748" providerId="ADAL" clId="{E72D8EA5-BE87-4EA9-B466-D6AEDE98FE40}" dt="2026-09-02T08:31:32.741" v="4361" actId="167"/>
          <ac:picMkLst>
            <pc:docMk/>
            <pc:sldMk cId="809791942" sldId="352"/>
            <ac:picMk id="29" creationId="{0937769A-F41C-9EA5-6938-0629AA6370F9}"/>
          </ac:picMkLst>
        </pc:picChg>
        <pc:picChg chg="add del mod">
          <ac:chgData name="Peter Kuipers" userId="a12a943f-8344-4ca7-bd31-39cacc782748" providerId="ADAL" clId="{E72D8EA5-BE87-4EA9-B466-D6AEDE98FE40}" dt="2026-09-02T08:43:38.454" v="4505" actId="22"/>
          <ac:picMkLst>
            <pc:docMk/>
            <pc:sldMk cId="809791942" sldId="352"/>
            <ac:picMk id="62" creationId="{6C9087AF-9D7A-F17C-4DCF-73D422E171B7}"/>
          </ac:picMkLst>
        </pc:picChg>
        <pc:picChg chg="add mod">
          <ac:chgData name="Peter Kuipers" userId="a12a943f-8344-4ca7-bd31-39cacc782748" providerId="ADAL" clId="{E72D8EA5-BE87-4EA9-B466-D6AEDE98FE40}" dt="2026-09-02T08:46:19.544" v="4525" actId="1076"/>
          <ac:picMkLst>
            <pc:docMk/>
            <pc:sldMk cId="809791942" sldId="352"/>
            <ac:picMk id="72" creationId="{2489CCD9-9CC3-5A5B-E91F-FDFC835067CF}"/>
          </ac:picMkLst>
        </pc:picChg>
        <pc:cxnChg chg="mod">
          <ac:chgData name="Peter Kuipers" userId="a12a943f-8344-4ca7-bd31-39cacc782748" providerId="ADAL" clId="{E72D8EA5-BE87-4EA9-B466-D6AEDE98FE40}" dt="2026-09-02T08:32:36.927" v="4369" actId="1076"/>
          <ac:cxnSpMkLst>
            <pc:docMk/>
            <pc:sldMk cId="809791942" sldId="352"/>
            <ac:cxnSpMk id="15" creationId="{9292622A-6CD2-58EF-4F53-B97E53086A81}"/>
          </ac:cxnSpMkLst>
        </pc:cxnChg>
        <pc:cxnChg chg="add mod">
          <ac:chgData name="Peter Kuipers" userId="a12a943f-8344-4ca7-bd31-39cacc782748" providerId="ADAL" clId="{E72D8EA5-BE87-4EA9-B466-D6AEDE98FE40}" dt="2026-09-02T08:36:51.409" v="4403" actId="1582"/>
          <ac:cxnSpMkLst>
            <pc:docMk/>
            <pc:sldMk cId="809791942" sldId="352"/>
            <ac:cxnSpMk id="39" creationId="{0BC4C7EB-DEC9-9C74-D40D-D3A298CDF602}"/>
          </ac:cxnSpMkLst>
        </pc:cxnChg>
        <pc:cxnChg chg="add mod">
          <ac:chgData name="Peter Kuipers" userId="a12a943f-8344-4ca7-bd31-39cacc782748" providerId="ADAL" clId="{E72D8EA5-BE87-4EA9-B466-D6AEDE98FE40}" dt="2026-09-02T08:37:01.132" v="4405" actId="1076"/>
          <ac:cxnSpMkLst>
            <pc:docMk/>
            <pc:sldMk cId="809791942" sldId="352"/>
            <ac:cxnSpMk id="42" creationId="{88D64B42-2965-F3C1-57AE-DAE31E51605E}"/>
          </ac:cxnSpMkLst>
        </pc:cxnChg>
        <pc:cxnChg chg="add mod">
          <ac:chgData name="Peter Kuipers" userId="a12a943f-8344-4ca7-bd31-39cacc782748" providerId="ADAL" clId="{E72D8EA5-BE87-4EA9-B466-D6AEDE98FE40}" dt="2026-09-02T08:37:08.235" v="4407" actId="1076"/>
          <ac:cxnSpMkLst>
            <pc:docMk/>
            <pc:sldMk cId="809791942" sldId="352"/>
            <ac:cxnSpMk id="43" creationId="{D66B5536-4E98-5D2D-C3BF-5545BC7233B4}"/>
          </ac:cxnSpMkLst>
        </pc:cxnChg>
        <pc:cxnChg chg="add mod">
          <ac:chgData name="Peter Kuipers" userId="a12a943f-8344-4ca7-bd31-39cacc782748" providerId="ADAL" clId="{E72D8EA5-BE87-4EA9-B466-D6AEDE98FE40}" dt="2026-09-02T08:37:15.456" v="4409" actId="1076"/>
          <ac:cxnSpMkLst>
            <pc:docMk/>
            <pc:sldMk cId="809791942" sldId="352"/>
            <ac:cxnSpMk id="44" creationId="{83682362-4622-540D-875D-546DF351A23E}"/>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E212FC-A702-425C-A53A-EECA5FC76041}" type="datetimeFigureOut">
              <a:rPr lang="en-US" smtClean="0"/>
              <a:t>9/2/2026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0479C9-296B-4C4F-AF6A-A5BFE5D64FC1}" type="slidenum">
              <a:rPr lang="en-US" smtClean="0"/>
              <a:t>‹#›</a:t>
            </a:fld>
            <a:endParaRPr lang="en-US"/>
          </a:p>
        </p:txBody>
      </p:sp>
    </p:spTree>
    <p:extLst>
      <p:ext uri="{BB962C8B-B14F-4D97-AF65-F5344CB8AC3E}">
        <p14:creationId xmlns:p14="http://schemas.microsoft.com/office/powerpoint/2010/main" val="4038017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0479C9-296B-4C4F-AF6A-A5BFE5D64FC1}" type="slidenum">
              <a:rPr lang="en-US" smtClean="0"/>
              <a:t>1</a:t>
            </a:fld>
            <a:endParaRPr lang="en-US"/>
          </a:p>
        </p:txBody>
      </p:sp>
    </p:spTree>
    <p:extLst>
      <p:ext uri="{BB962C8B-B14F-4D97-AF65-F5344CB8AC3E}">
        <p14:creationId xmlns:p14="http://schemas.microsoft.com/office/powerpoint/2010/main" val="3388768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0479C9-296B-4C4F-AF6A-A5BFE5D64FC1}" type="slidenum">
              <a:rPr lang="en-US" smtClean="0"/>
              <a:t>2</a:t>
            </a:fld>
            <a:endParaRPr lang="en-US"/>
          </a:p>
        </p:txBody>
      </p:sp>
    </p:spTree>
    <p:extLst>
      <p:ext uri="{BB962C8B-B14F-4D97-AF65-F5344CB8AC3E}">
        <p14:creationId xmlns:p14="http://schemas.microsoft.com/office/powerpoint/2010/main" val="323039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skill comes to the conclusion that the narrative contains original transaction kind elements and that those transaction kinds belong to OMEGA Creating and Changing. To be able to fill YAML, you need to discover the construction of our end product. Which sub parts does it need to be assembled and for the total, which resources need to be acquired.</a:t>
            </a:r>
          </a:p>
          <a:p>
            <a:endParaRPr lang="en-US" dirty="0"/>
          </a:p>
          <a:p>
            <a:r>
              <a:rPr lang="en-US" dirty="0"/>
              <a:t>The Intangible form goes for a decision, or a judgement. All situations within DGE, where the executor could decide based on the existence rules, however he is forced to get approval of a higher management level: creating and changing.</a:t>
            </a:r>
          </a:p>
        </p:txBody>
      </p:sp>
      <p:sp>
        <p:nvSpPr>
          <p:cNvPr id="4" name="Slide Number Placeholder 3"/>
          <p:cNvSpPr>
            <a:spLocks noGrp="1"/>
          </p:cNvSpPr>
          <p:nvPr>
            <p:ph type="sldNum" sz="quarter" idx="5"/>
          </p:nvPr>
        </p:nvSpPr>
        <p:spPr/>
        <p:txBody>
          <a:bodyPr/>
          <a:lstStyle/>
          <a:p>
            <a:fld id="{070479C9-296B-4C4F-AF6A-A5BFE5D64FC1}" type="slidenum">
              <a:rPr lang="en-US" smtClean="0"/>
              <a:t>3</a:t>
            </a:fld>
            <a:endParaRPr lang="en-US"/>
          </a:p>
        </p:txBody>
      </p:sp>
    </p:spTree>
    <p:extLst>
      <p:ext uri="{BB962C8B-B14F-4D97-AF65-F5344CB8AC3E}">
        <p14:creationId xmlns:p14="http://schemas.microsoft.com/office/powerpoint/2010/main" val="4022836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BABCF-078B-D9C0-8BB2-50E94EC67A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459373-3288-7DA1-2741-840FA2AA108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E5C117-38B3-56CB-32BF-2E5392645931}"/>
              </a:ext>
            </a:extLst>
          </p:cNvPr>
          <p:cNvSpPr>
            <a:spLocks noGrp="1"/>
          </p:cNvSpPr>
          <p:nvPr>
            <p:ph type="body" idx="1"/>
          </p:nvPr>
        </p:nvSpPr>
        <p:spPr/>
        <p:txBody>
          <a:bodyPr/>
          <a:lstStyle/>
          <a:p>
            <a:r>
              <a:rPr lang="en-US" dirty="0"/>
              <a:t>The skill comes to the conclusion that the narrative contains original transaction kind elements and that those transaction kinds belong to OMEGA Transferring of Ownership. To be able to fill YAML, you need to discover the construction of ownership transfer. Does it need preparing? Will it be paid, and executor outside the focus? Does it need to be delivered, and do we have the cardinality 0..1?</a:t>
            </a:r>
          </a:p>
          <a:p>
            <a:endParaRPr lang="en-US" dirty="0"/>
          </a:p>
          <a:p>
            <a:r>
              <a:rPr lang="en-US" dirty="0"/>
              <a:t>The Intangible form goes for owner rights, trading shares, bit coins, gold</a:t>
            </a:r>
          </a:p>
        </p:txBody>
      </p:sp>
      <p:sp>
        <p:nvSpPr>
          <p:cNvPr id="4" name="Slide Number Placeholder 3">
            <a:extLst>
              <a:ext uri="{FF2B5EF4-FFF2-40B4-BE49-F238E27FC236}">
                <a16:creationId xmlns:a16="http://schemas.microsoft.com/office/drawing/2014/main" id="{DA86F6E7-CCE6-D8DC-5FB2-668FB2EB11B7}"/>
              </a:ext>
            </a:extLst>
          </p:cNvPr>
          <p:cNvSpPr>
            <a:spLocks noGrp="1"/>
          </p:cNvSpPr>
          <p:nvPr>
            <p:ph type="sldNum" sz="quarter" idx="5"/>
          </p:nvPr>
        </p:nvSpPr>
        <p:spPr/>
        <p:txBody>
          <a:bodyPr/>
          <a:lstStyle/>
          <a:p>
            <a:fld id="{070479C9-296B-4C4F-AF6A-A5BFE5D64FC1}" type="slidenum">
              <a:rPr lang="en-US" smtClean="0"/>
              <a:t>4</a:t>
            </a:fld>
            <a:endParaRPr lang="en-US"/>
          </a:p>
        </p:txBody>
      </p:sp>
    </p:spTree>
    <p:extLst>
      <p:ext uri="{BB962C8B-B14F-4D97-AF65-F5344CB8AC3E}">
        <p14:creationId xmlns:p14="http://schemas.microsoft.com/office/powerpoint/2010/main" val="4202781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B45F7-8B5D-44CB-4F2B-C65DC38E1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637F19-D319-5913-9F1E-823DD089FF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CA118D-BEBC-D49D-2151-B8B2030C52BF}"/>
              </a:ext>
            </a:extLst>
          </p:cNvPr>
          <p:cNvSpPr>
            <a:spLocks noGrp="1"/>
          </p:cNvSpPr>
          <p:nvPr>
            <p:ph type="body" idx="1"/>
          </p:nvPr>
        </p:nvSpPr>
        <p:spPr/>
        <p:txBody>
          <a:bodyPr/>
          <a:lstStyle/>
          <a:p>
            <a:r>
              <a:rPr lang="en-US" dirty="0"/>
              <a:t>The skill comes to the conclusion that the narrative contains original transaction kind elements and that those transaction kinds belong to OMEGA Transporting and Storing. To be able to fill YAML, you need to discover the construction of the type of transporting. Which receptable is used for transporting the content?</a:t>
            </a:r>
          </a:p>
          <a:p>
            <a:endParaRPr lang="en-US" dirty="0"/>
          </a:p>
          <a:p>
            <a:r>
              <a:rPr lang="en-US" dirty="0"/>
              <a:t>Intangible form does exist, however it will be a documental transaction kind</a:t>
            </a:r>
          </a:p>
        </p:txBody>
      </p:sp>
      <p:sp>
        <p:nvSpPr>
          <p:cNvPr id="4" name="Slide Number Placeholder 3">
            <a:extLst>
              <a:ext uri="{FF2B5EF4-FFF2-40B4-BE49-F238E27FC236}">
                <a16:creationId xmlns:a16="http://schemas.microsoft.com/office/drawing/2014/main" id="{99E3C68E-36F9-7969-3D2B-FE908DEF607C}"/>
              </a:ext>
            </a:extLst>
          </p:cNvPr>
          <p:cNvSpPr>
            <a:spLocks noGrp="1"/>
          </p:cNvSpPr>
          <p:nvPr>
            <p:ph type="sldNum" sz="quarter" idx="5"/>
          </p:nvPr>
        </p:nvSpPr>
        <p:spPr/>
        <p:txBody>
          <a:bodyPr/>
          <a:lstStyle/>
          <a:p>
            <a:fld id="{070479C9-296B-4C4F-AF6A-A5BFE5D64FC1}" type="slidenum">
              <a:rPr lang="en-US" smtClean="0"/>
              <a:t>5</a:t>
            </a:fld>
            <a:endParaRPr lang="en-US"/>
          </a:p>
        </p:txBody>
      </p:sp>
    </p:spTree>
    <p:extLst>
      <p:ext uri="{BB962C8B-B14F-4D97-AF65-F5344CB8AC3E}">
        <p14:creationId xmlns:p14="http://schemas.microsoft.com/office/powerpoint/2010/main" val="3596028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08463-9C38-EC2E-EF17-8A0F89EBE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078CA-8521-7B2A-105B-AE33F54A675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72C66AF-4F05-BCEE-3FDF-905A9AEB19F6}"/>
              </a:ext>
            </a:extLst>
          </p:cNvPr>
          <p:cNvSpPr>
            <a:spLocks noGrp="1"/>
          </p:cNvSpPr>
          <p:nvPr>
            <p:ph type="body" idx="1"/>
          </p:nvPr>
        </p:nvSpPr>
        <p:spPr/>
        <p:txBody>
          <a:bodyPr/>
          <a:lstStyle/>
          <a:p>
            <a:r>
              <a:rPr lang="en-US" dirty="0"/>
              <a:t>The skill comes to the conclusion that the narrative contains original transaction kind elements and that those transaction kinds belong to OMEGA Obtaining Usufruct. To be able to fill YAML, you need to discover the construction of the type of usufruct. Which resource is being used? Do we have multiple uses, so we need to support an usufruct agreement? In what way is the usufruct started and how is it ended?</a:t>
            </a:r>
          </a:p>
          <a:p>
            <a:endParaRPr lang="en-US" dirty="0"/>
          </a:p>
          <a:p>
            <a:r>
              <a:rPr lang="en-US" dirty="0"/>
              <a:t>Intangible form is related to SaaS, streaming, so most of DGE’s </a:t>
            </a:r>
            <a:r>
              <a:rPr lang="en-US"/>
              <a:t>digital products</a:t>
            </a:r>
            <a:endParaRPr lang="en-US" dirty="0"/>
          </a:p>
        </p:txBody>
      </p:sp>
      <p:sp>
        <p:nvSpPr>
          <p:cNvPr id="4" name="Slide Number Placeholder 3">
            <a:extLst>
              <a:ext uri="{FF2B5EF4-FFF2-40B4-BE49-F238E27FC236}">
                <a16:creationId xmlns:a16="http://schemas.microsoft.com/office/drawing/2014/main" id="{C807E2C0-C07C-723C-D0FA-96DC5CD6B7AE}"/>
              </a:ext>
            </a:extLst>
          </p:cNvPr>
          <p:cNvSpPr>
            <a:spLocks noGrp="1"/>
          </p:cNvSpPr>
          <p:nvPr>
            <p:ph type="sldNum" sz="quarter" idx="5"/>
          </p:nvPr>
        </p:nvSpPr>
        <p:spPr/>
        <p:txBody>
          <a:bodyPr/>
          <a:lstStyle/>
          <a:p>
            <a:fld id="{070479C9-296B-4C4F-AF6A-A5BFE5D64FC1}" type="slidenum">
              <a:rPr lang="en-US" smtClean="0"/>
              <a:t>6</a:t>
            </a:fld>
            <a:endParaRPr lang="en-US"/>
          </a:p>
        </p:txBody>
      </p:sp>
    </p:spTree>
    <p:extLst>
      <p:ext uri="{BB962C8B-B14F-4D97-AF65-F5344CB8AC3E}">
        <p14:creationId xmlns:p14="http://schemas.microsoft.com/office/powerpoint/2010/main" val="1853537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3AD7E-5291-F2FB-818E-0494A84B4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3885C-51B2-EADC-B5BB-83E796673A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C576D0-CA2F-F15E-B70B-5447535435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C08A35-615F-0F1C-E886-ACB9C9E608D9}"/>
              </a:ext>
            </a:extLst>
          </p:cNvPr>
          <p:cNvSpPr>
            <a:spLocks noGrp="1"/>
          </p:cNvSpPr>
          <p:nvPr>
            <p:ph type="sldNum" sz="quarter" idx="5"/>
          </p:nvPr>
        </p:nvSpPr>
        <p:spPr/>
        <p:txBody>
          <a:bodyPr/>
          <a:lstStyle/>
          <a:p>
            <a:fld id="{070479C9-296B-4C4F-AF6A-A5BFE5D64FC1}" type="slidenum">
              <a:rPr lang="en-US" smtClean="0"/>
              <a:t>8</a:t>
            </a:fld>
            <a:endParaRPr lang="en-US"/>
          </a:p>
        </p:txBody>
      </p:sp>
    </p:spTree>
    <p:extLst>
      <p:ext uri="{BB962C8B-B14F-4D97-AF65-F5344CB8AC3E}">
        <p14:creationId xmlns:p14="http://schemas.microsoft.com/office/powerpoint/2010/main" val="3572162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0479C9-296B-4C4F-AF6A-A5BFE5D64FC1}" type="slidenum">
              <a:rPr lang="en-US" smtClean="0"/>
              <a:t>9</a:t>
            </a:fld>
            <a:endParaRPr lang="en-US"/>
          </a:p>
        </p:txBody>
      </p:sp>
    </p:spTree>
    <p:extLst>
      <p:ext uri="{BB962C8B-B14F-4D97-AF65-F5344CB8AC3E}">
        <p14:creationId xmlns:p14="http://schemas.microsoft.com/office/powerpoint/2010/main" val="1341260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0479C9-296B-4C4F-AF6A-A5BFE5D64FC1}" type="slidenum">
              <a:rPr lang="en-US" smtClean="0"/>
              <a:t>10</a:t>
            </a:fld>
            <a:endParaRPr lang="en-US"/>
          </a:p>
        </p:txBody>
      </p:sp>
    </p:spTree>
    <p:extLst>
      <p:ext uri="{BB962C8B-B14F-4D97-AF65-F5344CB8AC3E}">
        <p14:creationId xmlns:p14="http://schemas.microsoft.com/office/powerpoint/2010/main" val="2659996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0479C9-296B-4C4F-AF6A-A5BFE5D64FC1}" type="slidenum">
              <a:rPr lang="en-US" smtClean="0"/>
              <a:t>12</a:t>
            </a:fld>
            <a:endParaRPr lang="en-US"/>
          </a:p>
        </p:txBody>
      </p:sp>
    </p:spTree>
    <p:extLst>
      <p:ext uri="{BB962C8B-B14F-4D97-AF65-F5344CB8AC3E}">
        <p14:creationId xmlns:p14="http://schemas.microsoft.com/office/powerpoint/2010/main" val="1875162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87420-445B-6B53-60BC-C636A3E85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BE9E55-0DB8-AA13-9E2B-6245F00587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1429B3-1687-D025-8D89-24D22D7367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302240-E787-7811-ECE0-47B406CD70BF}"/>
              </a:ext>
            </a:extLst>
          </p:cNvPr>
          <p:cNvSpPr>
            <a:spLocks noGrp="1"/>
          </p:cNvSpPr>
          <p:nvPr>
            <p:ph type="sldNum" sz="quarter" idx="5"/>
          </p:nvPr>
        </p:nvSpPr>
        <p:spPr/>
        <p:txBody>
          <a:bodyPr/>
          <a:lstStyle/>
          <a:p>
            <a:fld id="{070479C9-296B-4C4F-AF6A-A5BFE5D64FC1}" type="slidenum">
              <a:rPr lang="en-US" smtClean="0"/>
              <a:t>14</a:t>
            </a:fld>
            <a:endParaRPr lang="en-US"/>
          </a:p>
        </p:txBody>
      </p:sp>
    </p:spTree>
    <p:extLst>
      <p:ext uri="{BB962C8B-B14F-4D97-AF65-F5344CB8AC3E}">
        <p14:creationId xmlns:p14="http://schemas.microsoft.com/office/powerpoint/2010/main" val="11792568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2014 Jan Dietz introduced the Hortus Malum case, where we can see to views modelled in DEMO3! Hortus initiates a sale with Malum and Malum has to pay for that sale. When we change the focus to Hortus, we see two </a:t>
            </a:r>
            <a:r>
              <a:rPr lang="en-US" dirty="0" err="1"/>
              <a:t>actorroles</a:t>
            </a:r>
            <a:r>
              <a:rPr lang="en-US" dirty="0"/>
              <a:t> appear: the purchaser and the payer. The grey line is in DEMO3 the Scope of Interest, and we know internal transaction kinds and border transaction kinds.</a:t>
            </a:r>
          </a:p>
          <a:p>
            <a:endParaRPr lang="en-US" dirty="0"/>
          </a:p>
          <a:p>
            <a:r>
              <a:rPr lang="en-US" dirty="0"/>
              <a:t>In DEMO4 Jan Dietz changed this. We no longer see network of transaction kinds, we see trees of transaction kinds, with a top transaction kind rounding transactions up. The </a:t>
            </a:r>
            <a:r>
              <a:rPr lang="en-US" dirty="0" err="1"/>
              <a:t>SoI</a:t>
            </a:r>
            <a:r>
              <a:rPr lang="en-US" dirty="0"/>
              <a:t> is no longer shown, what you see on the CSD is the </a:t>
            </a:r>
            <a:r>
              <a:rPr lang="en-US" dirty="0" err="1"/>
              <a:t>SoI</a:t>
            </a:r>
            <a:r>
              <a:rPr lang="en-US" dirty="0"/>
              <a:t> and we introduce the focus. Is the executor role within or outside the focus.</a:t>
            </a:r>
          </a:p>
        </p:txBody>
      </p:sp>
      <p:sp>
        <p:nvSpPr>
          <p:cNvPr id="4" name="Slide Number Placeholder 3"/>
          <p:cNvSpPr>
            <a:spLocks noGrp="1"/>
          </p:cNvSpPr>
          <p:nvPr>
            <p:ph type="sldNum" sz="quarter" idx="5"/>
          </p:nvPr>
        </p:nvSpPr>
        <p:spPr/>
        <p:txBody>
          <a:bodyPr/>
          <a:lstStyle/>
          <a:p>
            <a:fld id="{070479C9-296B-4C4F-AF6A-A5BFE5D64FC1}" type="slidenum">
              <a:rPr lang="en-US" smtClean="0"/>
              <a:t>16</a:t>
            </a:fld>
            <a:endParaRPr lang="en-US"/>
          </a:p>
        </p:txBody>
      </p:sp>
    </p:spTree>
    <p:extLst>
      <p:ext uri="{BB962C8B-B14F-4D97-AF65-F5344CB8AC3E}">
        <p14:creationId xmlns:p14="http://schemas.microsoft.com/office/powerpoint/2010/main" val="2675157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DEMO3 the (executing) actor roles and transaction kinds were drawn separately, although the relationship in the TPT was one – one – one.</a:t>
            </a:r>
          </a:p>
        </p:txBody>
      </p:sp>
      <p:sp>
        <p:nvSpPr>
          <p:cNvPr id="4" name="Slide Number Placeholder 3"/>
          <p:cNvSpPr>
            <a:spLocks noGrp="1"/>
          </p:cNvSpPr>
          <p:nvPr>
            <p:ph type="sldNum" sz="quarter" idx="5"/>
          </p:nvPr>
        </p:nvSpPr>
        <p:spPr/>
        <p:txBody>
          <a:bodyPr/>
          <a:lstStyle/>
          <a:p>
            <a:fld id="{070479C9-296B-4C4F-AF6A-A5BFE5D64FC1}" type="slidenum">
              <a:rPr lang="en-US" smtClean="0"/>
              <a:t>17</a:t>
            </a:fld>
            <a:endParaRPr lang="en-US"/>
          </a:p>
        </p:txBody>
      </p:sp>
    </p:spTree>
    <p:extLst>
      <p:ext uri="{BB962C8B-B14F-4D97-AF65-F5344CB8AC3E}">
        <p14:creationId xmlns:p14="http://schemas.microsoft.com/office/powerpoint/2010/main" val="29458281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8B81A-B6A3-0F20-C554-7CBE8B81BE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43EF87-0952-349B-81AA-71DB3E2C3D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C997AF-C965-3FBC-64B7-F6440108CDCC}"/>
              </a:ext>
            </a:extLst>
          </p:cNvPr>
          <p:cNvSpPr>
            <a:spLocks noGrp="1"/>
          </p:cNvSpPr>
          <p:nvPr>
            <p:ph type="body" idx="1"/>
          </p:nvPr>
        </p:nvSpPr>
        <p:spPr/>
        <p:txBody>
          <a:bodyPr/>
          <a:lstStyle/>
          <a:p>
            <a:r>
              <a:rPr lang="en-US" dirty="0"/>
              <a:t>In DEMO4 the Scope of Interest is the diagram and the focus determines if the executor actor role authority will be in focus, so the ARS belonging to that actor role will be elaborated. Buying in the view of one actor role, will be selling in the view of another actor role. In the end it will be the same Transfer of Ownership. The question is what will happen with the “labels” of the </a:t>
            </a:r>
            <a:r>
              <a:rPr lang="en-US" dirty="0" err="1"/>
              <a:t>casekind</a:t>
            </a:r>
            <a:r>
              <a:rPr lang="en-US" dirty="0"/>
              <a:t>. The payment of the [sale 4711] is the car 1633, with car type “Tesla Model S”. The payment of the [purchase 2988] is the car 2012, with car type “BMW 7”. Also when we look at the initiator role, the sale is initiated by CTAR00 Mohamed, as part of that sale, the sale completer “Ahmed”, initiates TK02, the sale payer (Mohamed). </a:t>
            </a:r>
          </a:p>
        </p:txBody>
      </p:sp>
      <p:sp>
        <p:nvSpPr>
          <p:cNvPr id="4" name="Slide Number Placeholder 3">
            <a:extLst>
              <a:ext uri="{FF2B5EF4-FFF2-40B4-BE49-F238E27FC236}">
                <a16:creationId xmlns:a16="http://schemas.microsoft.com/office/drawing/2014/main" id="{331DAE54-D01D-D07E-E6CB-DC0C86676E34}"/>
              </a:ext>
            </a:extLst>
          </p:cNvPr>
          <p:cNvSpPr>
            <a:spLocks noGrp="1"/>
          </p:cNvSpPr>
          <p:nvPr>
            <p:ph type="sldNum" sz="quarter" idx="5"/>
          </p:nvPr>
        </p:nvSpPr>
        <p:spPr/>
        <p:txBody>
          <a:bodyPr/>
          <a:lstStyle/>
          <a:p>
            <a:fld id="{070479C9-296B-4C4F-AF6A-A5BFE5D64FC1}" type="slidenum">
              <a:rPr lang="en-US" smtClean="0"/>
              <a:t>18</a:t>
            </a:fld>
            <a:endParaRPr lang="en-US"/>
          </a:p>
        </p:txBody>
      </p:sp>
    </p:spTree>
    <p:extLst>
      <p:ext uri="{BB962C8B-B14F-4D97-AF65-F5344CB8AC3E}">
        <p14:creationId xmlns:p14="http://schemas.microsoft.com/office/powerpoint/2010/main" val="19679433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 ontological is TK4 sale preparing different than TK4 purchase preparing?</a:t>
            </a:r>
          </a:p>
        </p:txBody>
      </p:sp>
      <p:sp>
        <p:nvSpPr>
          <p:cNvPr id="4" name="Slide Number Placeholder 3"/>
          <p:cNvSpPr>
            <a:spLocks noGrp="1"/>
          </p:cNvSpPr>
          <p:nvPr>
            <p:ph type="sldNum" sz="quarter" idx="5"/>
          </p:nvPr>
        </p:nvSpPr>
        <p:spPr/>
        <p:txBody>
          <a:bodyPr/>
          <a:lstStyle/>
          <a:p>
            <a:fld id="{070479C9-296B-4C4F-AF6A-A5BFE5D64FC1}" type="slidenum">
              <a:rPr lang="en-US" smtClean="0"/>
              <a:t>19</a:t>
            </a:fld>
            <a:endParaRPr lang="en-US"/>
          </a:p>
        </p:txBody>
      </p:sp>
    </p:spTree>
    <p:extLst>
      <p:ext uri="{BB962C8B-B14F-4D97-AF65-F5344CB8AC3E}">
        <p14:creationId xmlns:p14="http://schemas.microsoft.com/office/powerpoint/2010/main" val="2035721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0479C9-296B-4C4F-AF6A-A5BFE5D64FC1}" type="slidenum">
              <a:rPr lang="en-US" smtClean="0"/>
              <a:t>20</a:t>
            </a:fld>
            <a:endParaRPr lang="en-US"/>
          </a:p>
        </p:txBody>
      </p:sp>
    </p:spTree>
    <p:extLst>
      <p:ext uri="{BB962C8B-B14F-4D97-AF65-F5344CB8AC3E}">
        <p14:creationId xmlns:p14="http://schemas.microsoft.com/office/powerpoint/2010/main" val="587825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2FC8F-9E7A-B662-91F5-5FCFAEAA9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81D0F2-DD3D-153E-AA34-101D63652D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E016FB-3B17-B6DD-6E38-66F7BB6EEC3A}"/>
              </a:ext>
            </a:extLst>
          </p:cNvPr>
          <p:cNvSpPr>
            <a:spLocks noGrp="1"/>
          </p:cNvSpPr>
          <p:nvPr>
            <p:ph type="body" idx="1"/>
          </p:nvPr>
        </p:nvSpPr>
        <p:spPr/>
        <p:txBody>
          <a:bodyPr/>
          <a:lstStyle/>
          <a:p>
            <a:r>
              <a:rPr lang="en-US" dirty="0"/>
              <a:t>So, for one TK instance we have a car as product of the product type “BMW 7” and in the other case the product is a signed use agreement. During that period the product type “swimming pool” and “gym” can be made use of.</a:t>
            </a:r>
          </a:p>
        </p:txBody>
      </p:sp>
      <p:sp>
        <p:nvSpPr>
          <p:cNvPr id="4" name="Slide Number Placeholder 3">
            <a:extLst>
              <a:ext uri="{FF2B5EF4-FFF2-40B4-BE49-F238E27FC236}">
                <a16:creationId xmlns:a16="http://schemas.microsoft.com/office/drawing/2014/main" id="{5B7DB72A-F32B-5759-ED8F-6E503EE69ABB}"/>
              </a:ext>
            </a:extLst>
          </p:cNvPr>
          <p:cNvSpPr>
            <a:spLocks noGrp="1"/>
          </p:cNvSpPr>
          <p:nvPr>
            <p:ph type="sldNum" sz="quarter" idx="5"/>
          </p:nvPr>
        </p:nvSpPr>
        <p:spPr/>
        <p:txBody>
          <a:bodyPr/>
          <a:lstStyle/>
          <a:p>
            <a:fld id="{070479C9-296B-4C4F-AF6A-A5BFE5D64FC1}" type="slidenum">
              <a:rPr lang="en-US" smtClean="0"/>
              <a:t>21</a:t>
            </a:fld>
            <a:endParaRPr lang="en-US"/>
          </a:p>
        </p:txBody>
      </p:sp>
    </p:spTree>
    <p:extLst>
      <p:ext uri="{BB962C8B-B14F-4D97-AF65-F5344CB8AC3E}">
        <p14:creationId xmlns:p14="http://schemas.microsoft.com/office/powerpoint/2010/main" val="2588758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B3AB32-59DF-41F1-9618-EDFBF50496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A432429-BA3B-58BC-1FBA-4FDD7DB68C0E}"/>
              </a:ext>
            </a:extLst>
          </p:cNvPr>
          <p:cNvPicPr>
            <a:picLocks noChangeAspect="1"/>
          </p:cNvPicPr>
          <p:nvPr userDrawn="1"/>
        </p:nvPicPr>
        <p:blipFill>
          <a:blip r:embed="rId2"/>
          <a:srcRect t="4557" b="34923"/>
          <a:stretch/>
        </p:blipFill>
        <p:spPr>
          <a:xfrm>
            <a:off x="-1" y="-29038"/>
            <a:ext cx="12188939" cy="4153364"/>
          </a:xfrm>
          <a:prstGeom prst="rect">
            <a:avLst/>
          </a:prstGeom>
        </p:spPr>
      </p:pic>
      <p:pic>
        <p:nvPicPr>
          <p:cNvPr id="8" name="Picture 7">
            <a:extLst>
              <a:ext uri="{FF2B5EF4-FFF2-40B4-BE49-F238E27FC236}">
                <a16:creationId xmlns:a16="http://schemas.microsoft.com/office/drawing/2014/main" id="{AF77151B-1D53-C761-A8B4-B8C185215412}"/>
              </a:ext>
            </a:extLst>
          </p:cNvPr>
          <p:cNvPicPr>
            <a:picLocks noChangeAspect="1"/>
          </p:cNvPicPr>
          <p:nvPr userDrawn="1"/>
        </p:nvPicPr>
        <p:blipFill>
          <a:blip r:embed="rId3"/>
          <a:stretch>
            <a:fillRect/>
          </a:stretch>
        </p:blipFill>
        <p:spPr>
          <a:xfrm>
            <a:off x="3060" y="6679961"/>
            <a:ext cx="12188940" cy="178040"/>
          </a:xfrm>
          <a:prstGeom prst="rect">
            <a:avLst/>
          </a:prstGeom>
        </p:spPr>
      </p:pic>
      <p:sp>
        <p:nvSpPr>
          <p:cNvPr id="14" name="Text Placeholder 13">
            <a:extLst>
              <a:ext uri="{FF2B5EF4-FFF2-40B4-BE49-F238E27FC236}">
                <a16:creationId xmlns:a16="http://schemas.microsoft.com/office/drawing/2014/main" id="{709F7B93-EA44-D91D-55C3-3332C9C5225A}"/>
              </a:ext>
            </a:extLst>
          </p:cNvPr>
          <p:cNvSpPr>
            <a:spLocks noGrp="1"/>
          </p:cNvSpPr>
          <p:nvPr>
            <p:ph type="body" sz="quarter" idx="10" hasCustomPrompt="1"/>
          </p:nvPr>
        </p:nvSpPr>
        <p:spPr>
          <a:xfrm>
            <a:off x="444695" y="5558014"/>
            <a:ext cx="3156633" cy="391746"/>
          </a:xfrm>
          <a:prstGeom prst="rect">
            <a:avLst/>
          </a:prstGeom>
        </p:spPr>
        <p:txBody>
          <a:bodyPr/>
          <a:lstStyle>
            <a:lvl1pPr marL="0" indent="0">
              <a:buNone/>
              <a:defRPr lang="en-US" sz="1800" kern="1200" dirty="0">
                <a:solidFill>
                  <a:schemeClr val="tx1">
                    <a:lumMod val="50000"/>
                    <a:lumOff val="50000"/>
                  </a:schemeClr>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lvl="0"/>
            <a:r>
              <a:rPr lang="en-US" dirty="0"/>
              <a:t>Technical proposal for DGE.</a:t>
            </a:r>
          </a:p>
        </p:txBody>
      </p:sp>
      <p:sp>
        <p:nvSpPr>
          <p:cNvPr id="4" name="Text Placeholder 3">
            <a:extLst>
              <a:ext uri="{FF2B5EF4-FFF2-40B4-BE49-F238E27FC236}">
                <a16:creationId xmlns:a16="http://schemas.microsoft.com/office/drawing/2014/main" id="{962BA4C3-D7A8-8CF7-6D96-044A1C0A2EC5}"/>
              </a:ext>
            </a:extLst>
          </p:cNvPr>
          <p:cNvSpPr>
            <a:spLocks noGrp="1"/>
          </p:cNvSpPr>
          <p:nvPr>
            <p:ph type="body" sz="quarter" idx="11" hasCustomPrompt="1"/>
          </p:nvPr>
        </p:nvSpPr>
        <p:spPr>
          <a:xfrm>
            <a:off x="431800" y="4427538"/>
            <a:ext cx="5753100" cy="987425"/>
          </a:xfrm>
          <a:prstGeom prst="rect">
            <a:avLst/>
          </a:prstGeom>
        </p:spPr>
        <p:txBody>
          <a:bodyPr/>
          <a:lstStyle>
            <a:lvl1pPr marL="0" indent="0" algn="l" defTabSz="914400" rtl="0" eaLnBrk="1" latinLnBrk="0" hangingPunct="1">
              <a:buNone/>
              <a:defRPr lang="en-US" sz="3000" b="1" kern="1200" dirty="0" smtClean="0">
                <a:solidFill>
                  <a:schemeClr val="tx1"/>
                </a:solidFill>
                <a:latin typeface="Noto Sans SemiBold" panose="020B0502040504020204" pitchFamily="34" charset="0"/>
                <a:ea typeface="Noto Sans SemiBold" panose="020B0502040504020204" pitchFamily="34" charset="0"/>
                <a:cs typeface="Noto Sans SemiBold" panose="020B0502040504020204" pitchFamily="34" charset="0"/>
              </a:defRPr>
            </a:lvl1pPr>
            <a:lvl2pPr marL="0" indent="0" algn="l" defTabSz="914400" rtl="0" eaLnBrk="1" latinLnBrk="0" hangingPunct="1">
              <a:buNone/>
              <a:defRPr lang="en-US" sz="3000" b="1" kern="1200" dirty="0" smtClean="0">
                <a:solidFill>
                  <a:schemeClr val="tx1"/>
                </a:solidFill>
                <a:latin typeface="Noto Sans SemiBold" panose="020B0502040504020204" pitchFamily="34" charset="0"/>
                <a:ea typeface="Noto Sans SemiBold" panose="020B0502040504020204" pitchFamily="34" charset="0"/>
                <a:cs typeface="Noto Sans SemiBold" panose="020B0502040504020204" pitchFamily="34" charset="0"/>
              </a:defRPr>
            </a:lvl2pPr>
            <a:lvl3pPr marL="0" indent="0" algn="l" defTabSz="914400" rtl="0" eaLnBrk="1" latinLnBrk="0" hangingPunct="1">
              <a:buNone/>
              <a:defRPr lang="en-US" sz="3000" b="1" kern="1200" dirty="0" smtClean="0">
                <a:solidFill>
                  <a:schemeClr val="tx1"/>
                </a:solidFill>
                <a:latin typeface="Noto Sans SemiBold" panose="020B0502040504020204" pitchFamily="34" charset="0"/>
                <a:ea typeface="Noto Sans SemiBold" panose="020B0502040504020204" pitchFamily="34" charset="0"/>
                <a:cs typeface="Noto Sans SemiBold" panose="020B0502040504020204" pitchFamily="34" charset="0"/>
              </a:defRPr>
            </a:lvl3pPr>
            <a:lvl4pPr marL="0" indent="0" algn="l" defTabSz="914400" rtl="0" eaLnBrk="1" latinLnBrk="0" hangingPunct="1">
              <a:buNone/>
              <a:defRPr lang="en-US" sz="3000" b="1" kern="1200" dirty="0" smtClean="0">
                <a:solidFill>
                  <a:schemeClr val="tx1"/>
                </a:solidFill>
                <a:latin typeface="Noto Sans SemiBold" panose="020B0502040504020204" pitchFamily="34" charset="0"/>
                <a:ea typeface="Noto Sans SemiBold" panose="020B0502040504020204" pitchFamily="34" charset="0"/>
                <a:cs typeface="Noto Sans SemiBold" panose="020B0502040504020204" pitchFamily="34" charset="0"/>
              </a:defRPr>
            </a:lvl4pPr>
            <a:lvl5pPr marL="0" indent="0" algn="l" defTabSz="914400" rtl="0" eaLnBrk="1" latinLnBrk="0" hangingPunct="1">
              <a:buNone/>
              <a:defRPr lang="en-US" sz="3000" b="1" kern="1200" dirty="0">
                <a:solidFill>
                  <a:schemeClr val="tx1"/>
                </a:solidFill>
                <a:latin typeface="Noto Sans SemiBold" panose="020B0502040504020204" pitchFamily="34" charset="0"/>
                <a:ea typeface="Noto Sans SemiBold" panose="020B0502040504020204" pitchFamily="34" charset="0"/>
                <a:cs typeface="Noto Sans SemiBold" panose="020B0502040504020204" pitchFamily="34" charset="0"/>
              </a:defRPr>
            </a:lvl5pPr>
          </a:lstStyle>
          <a:p>
            <a:pPr lvl="0"/>
            <a:r>
              <a:rPr lang="en-US" dirty="0"/>
              <a:t>Smarter services</a:t>
            </a:r>
          </a:p>
          <a:p>
            <a:pPr lvl="0"/>
            <a:r>
              <a:rPr lang="en-US" dirty="0"/>
              <a:t>for a seamless future.</a:t>
            </a:r>
          </a:p>
        </p:txBody>
      </p:sp>
      <p:pic>
        <p:nvPicPr>
          <p:cNvPr id="10" name="Picture 9">
            <a:extLst>
              <a:ext uri="{FF2B5EF4-FFF2-40B4-BE49-F238E27FC236}">
                <a16:creationId xmlns:a16="http://schemas.microsoft.com/office/drawing/2014/main" id="{FE46E6BB-1A92-31C6-B63B-CFD22F0BF824}"/>
              </a:ext>
            </a:extLst>
          </p:cNvPr>
          <p:cNvPicPr>
            <a:picLocks noChangeAspect="1"/>
          </p:cNvPicPr>
          <p:nvPr userDrawn="1"/>
        </p:nvPicPr>
        <p:blipFill>
          <a:blip r:embed="rId4"/>
          <a:stretch>
            <a:fillRect/>
          </a:stretch>
        </p:blipFill>
        <p:spPr>
          <a:xfrm>
            <a:off x="10288662" y="6065598"/>
            <a:ext cx="1649998" cy="421693"/>
          </a:xfrm>
          <a:prstGeom prst="rect">
            <a:avLst/>
          </a:prstGeom>
        </p:spPr>
      </p:pic>
      <p:sp>
        <p:nvSpPr>
          <p:cNvPr id="12" name="Text Placeholder 11">
            <a:extLst>
              <a:ext uri="{FF2B5EF4-FFF2-40B4-BE49-F238E27FC236}">
                <a16:creationId xmlns:a16="http://schemas.microsoft.com/office/drawing/2014/main" id="{9D05AE2C-C7A5-800F-0454-89F7FBC662CA}"/>
              </a:ext>
            </a:extLst>
          </p:cNvPr>
          <p:cNvSpPr>
            <a:spLocks noGrp="1"/>
          </p:cNvSpPr>
          <p:nvPr>
            <p:ph type="body" sz="quarter" idx="12" hasCustomPrompt="1"/>
          </p:nvPr>
        </p:nvSpPr>
        <p:spPr>
          <a:xfrm>
            <a:off x="444500" y="6267351"/>
            <a:ext cx="1399743" cy="21994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900" kern="1200" dirty="0">
                <a:solidFill>
                  <a:schemeClr val="tx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900" dirty="0">
                <a:latin typeface="Noto Sans Light" panose="020B0502040504020204" pitchFamily="34" charset="0"/>
                <a:ea typeface="Noto Sans Light" panose="020B0502040504020204" pitchFamily="34" charset="0"/>
                <a:cs typeface="Noto Sans Light" panose="020B0502040504020204" pitchFamily="34" charset="0"/>
              </a:rPr>
              <a:t>Presenter - 12/18/2026</a:t>
            </a:r>
            <a:endParaRPr lang="en-AE" sz="900" dirty="0">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3" name="Title 2">
            <a:extLst>
              <a:ext uri="{FF2B5EF4-FFF2-40B4-BE49-F238E27FC236}">
                <a16:creationId xmlns:a16="http://schemas.microsoft.com/office/drawing/2014/main" id="{4F4BB6F4-4B9D-FFFD-7F7F-55901E63AC51}"/>
              </a:ext>
            </a:extLst>
          </p:cNvPr>
          <p:cNvSpPr>
            <a:spLocks noGrp="1"/>
          </p:cNvSpPr>
          <p:nvPr>
            <p:ph type="title"/>
          </p:nvPr>
        </p:nvSpPr>
        <p:spPr>
          <a:xfrm>
            <a:off x="747156" y="2599034"/>
            <a:ext cx="10515600" cy="1325563"/>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4888775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A55C89-BD32-5634-0B9F-956A1ABAB990}"/>
              </a:ext>
            </a:extLst>
          </p:cNvPr>
          <p:cNvPicPr>
            <a:picLocks noChangeAspect="1"/>
          </p:cNvPicPr>
          <p:nvPr userDrawn="1"/>
        </p:nvPicPr>
        <p:blipFill>
          <a:blip r:embed="rId2"/>
          <a:stretch>
            <a:fillRect/>
          </a:stretch>
        </p:blipFill>
        <p:spPr>
          <a:xfrm>
            <a:off x="3060" y="6679961"/>
            <a:ext cx="12188940" cy="178040"/>
          </a:xfrm>
          <a:prstGeom prst="rect">
            <a:avLst/>
          </a:prstGeom>
        </p:spPr>
      </p:pic>
      <p:pic>
        <p:nvPicPr>
          <p:cNvPr id="9" name="Picture 8">
            <a:extLst>
              <a:ext uri="{FF2B5EF4-FFF2-40B4-BE49-F238E27FC236}">
                <a16:creationId xmlns:a16="http://schemas.microsoft.com/office/drawing/2014/main" id="{5E3FD6A2-2EE7-8DE4-567C-8CE8B156DC02}"/>
              </a:ext>
            </a:extLst>
          </p:cNvPr>
          <p:cNvPicPr>
            <a:picLocks noChangeAspect="1"/>
          </p:cNvPicPr>
          <p:nvPr userDrawn="1"/>
        </p:nvPicPr>
        <p:blipFill>
          <a:blip r:embed="rId3"/>
          <a:stretch>
            <a:fillRect/>
          </a:stretch>
        </p:blipFill>
        <p:spPr>
          <a:xfrm>
            <a:off x="10288662" y="290291"/>
            <a:ext cx="1649998" cy="421693"/>
          </a:xfrm>
          <a:prstGeom prst="rect">
            <a:avLst/>
          </a:prstGeom>
        </p:spPr>
      </p:pic>
      <p:sp>
        <p:nvSpPr>
          <p:cNvPr id="12" name="Text Placeholder 11">
            <a:extLst>
              <a:ext uri="{FF2B5EF4-FFF2-40B4-BE49-F238E27FC236}">
                <a16:creationId xmlns:a16="http://schemas.microsoft.com/office/drawing/2014/main" id="{73A4EE82-DF4C-F0AA-54B0-DE7028448744}"/>
              </a:ext>
            </a:extLst>
          </p:cNvPr>
          <p:cNvSpPr>
            <a:spLocks noGrp="1"/>
          </p:cNvSpPr>
          <p:nvPr>
            <p:ph type="body" sz="quarter" idx="13" hasCustomPrompt="1"/>
          </p:nvPr>
        </p:nvSpPr>
        <p:spPr>
          <a:xfrm>
            <a:off x="1065214" y="490539"/>
            <a:ext cx="1649998" cy="553998"/>
          </a:xfrm>
          <a:prstGeom prst="rect">
            <a:avLst/>
          </a:prstGeom>
          <a:ln>
            <a:noFill/>
          </a:ln>
        </p:spPr>
        <p:txBody>
          <a:bodyPr anchor="ctr"/>
          <a:lstStyle>
            <a:lvl1pPr marL="0" indent="0">
              <a:buNone/>
              <a:defRPr/>
            </a:lvl1pPr>
          </a:lstStyle>
          <a:p>
            <a:pPr lvl="0"/>
            <a:r>
              <a:rPr lang="en-US" dirty="0"/>
              <a:t>Agenda</a:t>
            </a:r>
          </a:p>
        </p:txBody>
      </p:sp>
      <p:sp>
        <p:nvSpPr>
          <p:cNvPr id="20" name="Text Placeholder 2">
            <a:extLst>
              <a:ext uri="{FF2B5EF4-FFF2-40B4-BE49-F238E27FC236}">
                <a16:creationId xmlns:a16="http://schemas.microsoft.com/office/drawing/2014/main" id="{B784366F-C29C-59D7-CB2A-4B9F228335C2}"/>
              </a:ext>
            </a:extLst>
          </p:cNvPr>
          <p:cNvSpPr>
            <a:spLocks noGrp="1"/>
          </p:cNvSpPr>
          <p:nvPr>
            <p:ph type="body" sz="quarter" idx="14" hasCustomPrompt="1"/>
          </p:nvPr>
        </p:nvSpPr>
        <p:spPr>
          <a:xfrm>
            <a:off x="1065214" y="1660565"/>
            <a:ext cx="601748" cy="582663"/>
          </a:xfrm>
          <a:prstGeom prst="rect">
            <a:avLst/>
          </a:prstGeom>
          <a:ln>
            <a:noFill/>
          </a:ln>
        </p:spPr>
        <p:txBody>
          <a:bodyPr anchor="ctr"/>
          <a:lstStyle>
            <a:lvl1pPr marL="0" indent="0">
              <a:buNone/>
              <a:defRPr lang="en-US" sz="3200" kern="1200" dirty="0" smtClean="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lvl="0"/>
            <a:r>
              <a:rPr lang="en-US" dirty="0"/>
              <a:t>01</a:t>
            </a:r>
          </a:p>
        </p:txBody>
      </p:sp>
      <p:sp>
        <p:nvSpPr>
          <p:cNvPr id="21" name="Text Placeholder 4">
            <a:extLst>
              <a:ext uri="{FF2B5EF4-FFF2-40B4-BE49-F238E27FC236}">
                <a16:creationId xmlns:a16="http://schemas.microsoft.com/office/drawing/2014/main" id="{7DF8723E-875C-665E-01C4-C8A68A7A66B9}"/>
              </a:ext>
            </a:extLst>
          </p:cNvPr>
          <p:cNvSpPr>
            <a:spLocks noGrp="1"/>
          </p:cNvSpPr>
          <p:nvPr>
            <p:ph type="body" sz="quarter" idx="15" hasCustomPrompt="1"/>
          </p:nvPr>
        </p:nvSpPr>
        <p:spPr>
          <a:xfrm>
            <a:off x="1065213" y="2471457"/>
            <a:ext cx="3009900" cy="341632"/>
          </a:xfrm>
          <a:prstGeom prst="rect">
            <a:avLst/>
          </a:prstGeom>
        </p:spPr>
        <p:txBody>
          <a:bodyPr anchor="ctr"/>
          <a:lstStyle>
            <a:lvl1pPr marL="0" indent="0">
              <a:lnSpc>
                <a:spcPct val="100000"/>
              </a:lnSpc>
              <a:buNone/>
              <a:defRPr lang="en-US" sz="1800" kern="1200" dirty="0" smtClean="0">
                <a:solidFill>
                  <a:srgbClr val="215A9E"/>
                </a:solidFill>
                <a:latin typeface="Noto Sans Medium" panose="020B0502040504020204" pitchFamily="34" charset="0"/>
                <a:ea typeface="Noto Sans Medium" panose="020B0502040504020204" pitchFamily="34" charset="0"/>
                <a:cs typeface="Noto Sans Medium" panose="020B0502040504020204" pitchFamily="34" charset="0"/>
              </a:defRPr>
            </a:lvl1pPr>
            <a:lvl2pPr>
              <a:defRPr/>
            </a:lvl2pPr>
            <a:lvl3pPr>
              <a:defRPr/>
            </a:lvl3pPr>
            <a:lvl4pPr>
              <a:defRPr/>
            </a:lvl4pPr>
            <a:lvl5pPr>
              <a:defRPr/>
            </a:lvl5pPr>
          </a:lstStyle>
          <a:p>
            <a:pPr marL="228600" lvl="0" indent="-228600" algn="l" defTabSz="914400" rtl="0" eaLnBrk="1" latinLnBrk="0" hangingPunct="1">
              <a:lnSpc>
                <a:spcPct val="90000"/>
              </a:lnSpc>
              <a:spcBef>
                <a:spcPts val="1000"/>
              </a:spcBef>
            </a:pPr>
            <a:r>
              <a:rPr lang="en-US" dirty="0"/>
              <a:t>Agenda item 01</a:t>
            </a:r>
          </a:p>
        </p:txBody>
      </p:sp>
      <p:grpSp>
        <p:nvGrpSpPr>
          <p:cNvPr id="5" name="Group 4">
            <a:extLst>
              <a:ext uri="{FF2B5EF4-FFF2-40B4-BE49-F238E27FC236}">
                <a16:creationId xmlns:a16="http://schemas.microsoft.com/office/drawing/2014/main" id="{55D57675-63BD-4D3C-9727-568D0F16A1B4}"/>
              </a:ext>
            </a:extLst>
          </p:cNvPr>
          <p:cNvGrpSpPr/>
          <p:nvPr userDrawn="1"/>
        </p:nvGrpSpPr>
        <p:grpSpPr>
          <a:xfrm>
            <a:off x="1065205" y="2169188"/>
            <a:ext cx="3009908" cy="31295"/>
            <a:chOff x="1065205" y="2169188"/>
            <a:chExt cx="3009908" cy="31295"/>
          </a:xfrm>
        </p:grpSpPr>
        <p:cxnSp>
          <p:nvCxnSpPr>
            <p:cNvPr id="32" name="Straight Connector 31">
              <a:extLst>
                <a:ext uri="{FF2B5EF4-FFF2-40B4-BE49-F238E27FC236}">
                  <a16:creationId xmlns:a16="http://schemas.microsoft.com/office/drawing/2014/main" id="{64D5F4BE-F87C-572C-F7E9-69BC2DCD2D4E}"/>
                </a:ext>
              </a:extLst>
            </p:cNvPr>
            <p:cNvCxnSpPr/>
            <p:nvPr userDrawn="1"/>
          </p:nvCxnSpPr>
          <p:spPr>
            <a:xfrm>
              <a:off x="1065213" y="2200483"/>
              <a:ext cx="3009900" cy="0"/>
            </a:xfrm>
            <a:prstGeom prst="line">
              <a:avLst/>
            </a:prstGeom>
            <a:ln w="12700">
              <a:gradFill flip="none" rotWithShape="1">
                <a:gsLst>
                  <a:gs pos="0">
                    <a:srgbClr val="0D3965"/>
                  </a:gs>
                  <a:gs pos="100000">
                    <a:srgbClr val="245B9B"/>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5B2D80E2-9AA4-7B8D-0AB4-3758FF9A78A8}"/>
                </a:ext>
              </a:extLst>
            </p:cNvPr>
            <p:cNvCxnSpPr/>
            <p:nvPr userDrawn="1"/>
          </p:nvCxnSpPr>
          <p:spPr>
            <a:xfrm>
              <a:off x="1065213" y="2188244"/>
              <a:ext cx="3009900" cy="0"/>
            </a:xfrm>
            <a:prstGeom prst="line">
              <a:avLst/>
            </a:prstGeom>
            <a:ln w="12700">
              <a:gradFill flip="none" rotWithShape="1">
                <a:gsLst>
                  <a:gs pos="0">
                    <a:srgbClr val="17416B"/>
                  </a:gs>
                  <a:gs pos="100000">
                    <a:srgbClr val="3A6BA5"/>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A2715814-3556-978F-B9CE-66C972E6A3A2}"/>
                </a:ext>
              </a:extLst>
            </p:cNvPr>
            <p:cNvCxnSpPr/>
            <p:nvPr userDrawn="1"/>
          </p:nvCxnSpPr>
          <p:spPr>
            <a:xfrm>
              <a:off x="1065205" y="2175525"/>
              <a:ext cx="3009900" cy="0"/>
            </a:xfrm>
            <a:prstGeom prst="line">
              <a:avLst/>
            </a:prstGeom>
            <a:ln w="12700">
              <a:gradFill flip="none" rotWithShape="1">
                <a:gsLst>
                  <a:gs pos="0">
                    <a:srgbClr val="557493"/>
                  </a:gs>
                  <a:gs pos="100000">
                    <a:srgbClr val="85A4C7"/>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28C17AE2-EC5A-7BA8-FFB0-2824861C3E20}"/>
                </a:ext>
              </a:extLst>
            </p:cNvPr>
            <p:cNvCxnSpPr/>
            <p:nvPr userDrawn="1"/>
          </p:nvCxnSpPr>
          <p:spPr>
            <a:xfrm>
              <a:off x="1065205" y="2169188"/>
              <a:ext cx="3009900" cy="0"/>
            </a:xfrm>
            <a:prstGeom prst="line">
              <a:avLst/>
            </a:prstGeom>
            <a:ln w="12700">
              <a:gradFill flip="none" rotWithShape="1">
                <a:gsLst>
                  <a:gs pos="0">
                    <a:srgbClr val="D2DAE2"/>
                  </a:gs>
                  <a:gs pos="100000">
                    <a:srgbClr val="F7F9FB"/>
                  </a:gs>
                </a:gsLst>
                <a:lin ang="0" scaled="1"/>
                <a:tileRect/>
              </a:gradFill>
            </a:ln>
          </p:spPr>
          <p:style>
            <a:lnRef idx="2">
              <a:schemeClr val="accent1"/>
            </a:lnRef>
            <a:fillRef idx="0">
              <a:schemeClr val="accent1"/>
            </a:fillRef>
            <a:effectRef idx="1">
              <a:schemeClr val="accent1"/>
            </a:effectRef>
            <a:fontRef idx="minor">
              <a:schemeClr val="tx1"/>
            </a:fontRef>
          </p:style>
        </p:cxnSp>
      </p:grpSp>
      <p:sp>
        <p:nvSpPr>
          <p:cNvPr id="10" name="Text Placeholder 2">
            <a:extLst>
              <a:ext uri="{FF2B5EF4-FFF2-40B4-BE49-F238E27FC236}">
                <a16:creationId xmlns:a16="http://schemas.microsoft.com/office/drawing/2014/main" id="{5D2C1017-177B-267E-0EF0-22207C4C9F8C}"/>
              </a:ext>
            </a:extLst>
          </p:cNvPr>
          <p:cNvSpPr>
            <a:spLocks noGrp="1"/>
          </p:cNvSpPr>
          <p:nvPr>
            <p:ph type="body" sz="quarter" idx="16" hasCustomPrompt="1"/>
          </p:nvPr>
        </p:nvSpPr>
        <p:spPr>
          <a:xfrm>
            <a:off x="4557714" y="1660565"/>
            <a:ext cx="601748" cy="582663"/>
          </a:xfrm>
          <a:prstGeom prst="rect">
            <a:avLst/>
          </a:prstGeom>
          <a:ln>
            <a:noFill/>
          </a:ln>
        </p:spPr>
        <p:txBody>
          <a:bodyPr anchor="ctr"/>
          <a:lstStyle>
            <a:lvl1pPr marL="0" indent="0">
              <a:buNone/>
              <a:defRPr lang="en-US" sz="3200" kern="1200" dirty="0" smtClean="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lvl="0"/>
            <a:r>
              <a:rPr lang="en-US" dirty="0"/>
              <a:t>02</a:t>
            </a:r>
          </a:p>
        </p:txBody>
      </p:sp>
      <p:sp>
        <p:nvSpPr>
          <p:cNvPr id="11" name="Text Placeholder 4">
            <a:extLst>
              <a:ext uri="{FF2B5EF4-FFF2-40B4-BE49-F238E27FC236}">
                <a16:creationId xmlns:a16="http://schemas.microsoft.com/office/drawing/2014/main" id="{C8074A70-4923-A5FE-2D70-123E9D72C2F6}"/>
              </a:ext>
            </a:extLst>
          </p:cNvPr>
          <p:cNvSpPr>
            <a:spLocks noGrp="1"/>
          </p:cNvSpPr>
          <p:nvPr>
            <p:ph type="body" sz="quarter" idx="17" hasCustomPrompt="1"/>
          </p:nvPr>
        </p:nvSpPr>
        <p:spPr>
          <a:xfrm>
            <a:off x="4557713" y="2471457"/>
            <a:ext cx="3009900" cy="341632"/>
          </a:xfrm>
          <a:prstGeom prst="rect">
            <a:avLst/>
          </a:prstGeom>
        </p:spPr>
        <p:txBody>
          <a:bodyPr anchor="ctr"/>
          <a:lstStyle>
            <a:lvl1pPr marL="0" indent="0">
              <a:lnSpc>
                <a:spcPct val="100000"/>
              </a:lnSpc>
              <a:buNone/>
              <a:defRPr lang="en-US" sz="1800" kern="1200" dirty="0" smtClean="0">
                <a:solidFill>
                  <a:srgbClr val="215A9E"/>
                </a:solidFill>
                <a:latin typeface="Noto Sans Medium" panose="020B0502040504020204" pitchFamily="34" charset="0"/>
                <a:ea typeface="Noto Sans Medium" panose="020B0502040504020204" pitchFamily="34" charset="0"/>
                <a:cs typeface="Noto Sans Medium" panose="020B0502040504020204" pitchFamily="34" charset="0"/>
              </a:defRPr>
            </a:lvl1pPr>
            <a:lvl2pPr>
              <a:defRPr/>
            </a:lvl2pPr>
            <a:lvl3pPr>
              <a:defRPr/>
            </a:lvl3pPr>
            <a:lvl4pPr>
              <a:defRPr/>
            </a:lvl4pPr>
            <a:lvl5pPr>
              <a:defRPr/>
            </a:lvl5pPr>
          </a:lstStyle>
          <a:p>
            <a:pPr marL="228600" lvl="0" indent="-228600" algn="l" defTabSz="914400" rtl="0" eaLnBrk="1" latinLnBrk="0" hangingPunct="1">
              <a:lnSpc>
                <a:spcPct val="90000"/>
              </a:lnSpc>
              <a:spcBef>
                <a:spcPts val="1000"/>
              </a:spcBef>
            </a:pPr>
            <a:r>
              <a:rPr lang="en-US" dirty="0"/>
              <a:t>Agenda item 02</a:t>
            </a:r>
          </a:p>
        </p:txBody>
      </p:sp>
      <p:grpSp>
        <p:nvGrpSpPr>
          <p:cNvPr id="13" name="Group 12">
            <a:extLst>
              <a:ext uri="{FF2B5EF4-FFF2-40B4-BE49-F238E27FC236}">
                <a16:creationId xmlns:a16="http://schemas.microsoft.com/office/drawing/2014/main" id="{767E394E-62F4-4249-EA2D-41F36585B2C1}"/>
              </a:ext>
            </a:extLst>
          </p:cNvPr>
          <p:cNvGrpSpPr/>
          <p:nvPr userDrawn="1"/>
        </p:nvGrpSpPr>
        <p:grpSpPr>
          <a:xfrm>
            <a:off x="4557705" y="2169188"/>
            <a:ext cx="3009908" cy="31295"/>
            <a:chOff x="1065205" y="2169188"/>
            <a:chExt cx="3009908" cy="31295"/>
          </a:xfrm>
        </p:grpSpPr>
        <p:cxnSp>
          <p:nvCxnSpPr>
            <p:cNvPr id="14" name="Straight Connector 13">
              <a:extLst>
                <a:ext uri="{FF2B5EF4-FFF2-40B4-BE49-F238E27FC236}">
                  <a16:creationId xmlns:a16="http://schemas.microsoft.com/office/drawing/2014/main" id="{2E9B369F-1D45-53EB-0292-4921AF471FDA}"/>
                </a:ext>
              </a:extLst>
            </p:cNvPr>
            <p:cNvCxnSpPr/>
            <p:nvPr userDrawn="1"/>
          </p:nvCxnSpPr>
          <p:spPr>
            <a:xfrm>
              <a:off x="1065213" y="2200483"/>
              <a:ext cx="3009900" cy="0"/>
            </a:xfrm>
            <a:prstGeom prst="line">
              <a:avLst/>
            </a:prstGeom>
            <a:ln w="12700">
              <a:gradFill flip="none" rotWithShape="1">
                <a:gsLst>
                  <a:gs pos="0">
                    <a:srgbClr val="0D3965"/>
                  </a:gs>
                  <a:gs pos="100000">
                    <a:srgbClr val="245B9B"/>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84CAE87C-0ADF-1565-4099-452DC714E9F5}"/>
                </a:ext>
              </a:extLst>
            </p:cNvPr>
            <p:cNvCxnSpPr/>
            <p:nvPr userDrawn="1"/>
          </p:nvCxnSpPr>
          <p:spPr>
            <a:xfrm>
              <a:off x="1065213" y="2188244"/>
              <a:ext cx="3009900" cy="0"/>
            </a:xfrm>
            <a:prstGeom prst="line">
              <a:avLst/>
            </a:prstGeom>
            <a:ln w="12700">
              <a:gradFill flip="none" rotWithShape="1">
                <a:gsLst>
                  <a:gs pos="0">
                    <a:srgbClr val="17416B"/>
                  </a:gs>
                  <a:gs pos="100000">
                    <a:srgbClr val="3A6BA5"/>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45C5097-F482-D490-77D9-1BED969F6261}"/>
                </a:ext>
              </a:extLst>
            </p:cNvPr>
            <p:cNvCxnSpPr/>
            <p:nvPr userDrawn="1"/>
          </p:nvCxnSpPr>
          <p:spPr>
            <a:xfrm>
              <a:off x="1065205" y="2175525"/>
              <a:ext cx="3009900" cy="0"/>
            </a:xfrm>
            <a:prstGeom prst="line">
              <a:avLst/>
            </a:prstGeom>
            <a:ln w="12700">
              <a:gradFill flip="none" rotWithShape="1">
                <a:gsLst>
                  <a:gs pos="0">
                    <a:srgbClr val="557493"/>
                  </a:gs>
                  <a:gs pos="100000">
                    <a:srgbClr val="85A4C7"/>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681FC8C5-99E1-ED2D-AE13-9BEAB97A9CBD}"/>
                </a:ext>
              </a:extLst>
            </p:cNvPr>
            <p:cNvCxnSpPr/>
            <p:nvPr userDrawn="1"/>
          </p:nvCxnSpPr>
          <p:spPr>
            <a:xfrm>
              <a:off x="1065205" y="2169188"/>
              <a:ext cx="3009900" cy="0"/>
            </a:xfrm>
            <a:prstGeom prst="line">
              <a:avLst/>
            </a:prstGeom>
            <a:ln w="12700">
              <a:gradFill flip="none" rotWithShape="1">
                <a:gsLst>
                  <a:gs pos="0">
                    <a:srgbClr val="D2DAE2"/>
                  </a:gs>
                  <a:gs pos="100000">
                    <a:srgbClr val="F7F9FB"/>
                  </a:gs>
                </a:gsLst>
                <a:lin ang="0" scaled="1"/>
                <a:tileRect/>
              </a:gradFill>
            </a:ln>
          </p:spPr>
          <p:style>
            <a:lnRef idx="2">
              <a:schemeClr val="accent1"/>
            </a:lnRef>
            <a:fillRef idx="0">
              <a:schemeClr val="accent1"/>
            </a:fillRef>
            <a:effectRef idx="1">
              <a:schemeClr val="accent1"/>
            </a:effectRef>
            <a:fontRef idx="minor">
              <a:schemeClr val="tx1"/>
            </a:fontRef>
          </p:style>
        </p:cxnSp>
      </p:grpSp>
      <p:sp>
        <p:nvSpPr>
          <p:cNvPr id="19" name="Text Placeholder 2">
            <a:extLst>
              <a:ext uri="{FF2B5EF4-FFF2-40B4-BE49-F238E27FC236}">
                <a16:creationId xmlns:a16="http://schemas.microsoft.com/office/drawing/2014/main" id="{1164FE26-41F1-305B-7647-B83AC420AA04}"/>
              </a:ext>
            </a:extLst>
          </p:cNvPr>
          <p:cNvSpPr>
            <a:spLocks noGrp="1"/>
          </p:cNvSpPr>
          <p:nvPr>
            <p:ph type="body" sz="quarter" idx="18" hasCustomPrompt="1"/>
          </p:nvPr>
        </p:nvSpPr>
        <p:spPr>
          <a:xfrm>
            <a:off x="8050206" y="1660565"/>
            <a:ext cx="601748" cy="582663"/>
          </a:xfrm>
          <a:prstGeom prst="rect">
            <a:avLst/>
          </a:prstGeom>
          <a:ln>
            <a:noFill/>
          </a:ln>
        </p:spPr>
        <p:txBody>
          <a:bodyPr anchor="ctr"/>
          <a:lstStyle>
            <a:lvl1pPr marL="0" indent="0">
              <a:buNone/>
              <a:defRPr lang="en-US" sz="3200" kern="1200" dirty="0" smtClean="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lvl="0"/>
            <a:r>
              <a:rPr lang="en-US" dirty="0"/>
              <a:t>03</a:t>
            </a:r>
          </a:p>
        </p:txBody>
      </p:sp>
      <p:sp>
        <p:nvSpPr>
          <p:cNvPr id="22" name="Text Placeholder 4">
            <a:extLst>
              <a:ext uri="{FF2B5EF4-FFF2-40B4-BE49-F238E27FC236}">
                <a16:creationId xmlns:a16="http://schemas.microsoft.com/office/drawing/2014/main" id="{CAD1D38A-DCAF-B0D4-3B41-D83EAD980893}"/>
              </a:ext>
            </a:extLst>
          </p:cNvPr>
          <p:cNvSpPr>
            <a:spLocks noGrp="1"/>
          </p:cNvSpPr>
          <p:nvPr>
            <p:ph type="body" sz="quarter" idx="19" hasCustomPrompt="1"/>
          </p:nvPr>
        </p:nvSpPr>
        <p:spPr>
          <a:xfrm>
            <a:off x="8050205" y="2471457"/>
            <a:ext cx="3009900" cy="341632"/>
          </a:xfrm>
          <a:prstGeom prst="rect">
            <a:avLst/>
          </a:prstGeom>
        </p:spPr>
        <p:txBody>
          <a:bodyPr anchor="ctr"/>
          <a:lstStyle>
            <a:lvl1pPr marL="0" indent="0">
              <a:lnSpc>
                <a:spcPct val="100000"/>
              </a:lnSpc>
              <a:buNone/>
              <a:defRPr lang="en-US" sz="1800" kern="1200" dirty="0" smtClean="0">
                <a:solidFill>
                  <a:srgbClr val="215A9E"/>
                </a:solidFill>
                <a:latin typeface="Noto Sans Medium" panose="020B0502040504020204" pitchFamily="34" charset="0"/>
                <a:ea typeface="Noto Sans Medium" panose="020B0502040504020204" pitchFamily="34" charset="0"/>
                <a:cs typeface="Noto Sans Medium" panose="020B0502040504020204" pitchFamily="34" charset="0"/>
              </a:defRPr>
            </a:lvl1pPr>
            <a:lvl2pPr>
              <a:defRPr/>
            </a:lvl2pPr>
            <a:lvl3pPr>
              <a:defRPr/>
            </a:lvl3pPr>
            <a:lvl4pPr>
              <a:defRPr/>
            </a:lvl4pPr>
            <a:lvl5pPr>
              <a:defRPr/>
            </a:lvl5pPr>
          </a:lstStyle>
          <a:p>
            <a:pPr marL="228600" lvl="0" indent="-228600" algn="l" defTabSz="914400" rtl="0" eaLnBrk="1" latinLnBrk="0" hangingPunct="1">
              <a:lnSpc>
                <a:spcPct val="90000"/>
              </a:lnSpc>
              <a:spcBef>
                <a:spcPts val="1000"/>
              </a:spcBef>
            </a:pPr>
            <a:r>
              <a:rPr lang="en-US" dirty="0"/>
              <a:t>Agenda item 03</a:t>
            </a:r>
          </a:p>
        </p:txBody>
      </p:sp>
      <p:grpSp>
        <p:nvGrpSpPr>
          <p:cNvPr id="23" name="Group 22">
            <a:extLst>
              <a:ext uri="{FF2B5EF4-FFF2-40B4-BE49-F238E27FC236}">
                <a16:creationId xmlns:a16="http://schemas.microsoft.com/office/drawing/2014/main" id="{66850D78-560D-AAC2-5944-CF0CBDEA12F6}"/>
              </a:ext>
            </a:extLst>
          </p:cNvPr>
          <p:cNvGrpSpPr/>
          <p:nvPr userDrawn="1"/>
        </p:nvGrpSpPr>
        <p:grpSpPr>
          <a:xfrm>
            <a:off x="8050197" y="2169188"/>
            <a:ext cx="3009908" cy="31295"/>
            <a:chOff x="1065205" y="2169188"/>
            <a:chExt cx="3009908" cy="31295"/>
          </a:xfrm>
        </p:grpSpPr>
        <p:cxnSp>
          <p:nvCxnSpPr>
            <p:cNvPr id="31" name="Straight Connector 30">
              <a:extLst>
                <a:ext uri="{FF2B5EF4-FFF2-40B4-BE49-F238E27FC236}">
                  <a16:creationId xmlns:a16="http://schemas.microsoft.com/office/drawing/2014/main" id="{16C8452B-2688-3FC9-3C82-9F9CCA7CC52E}"/>
                </a:ext>
              </a:extLst>
            </p:cNvPr>
            <p:cNvCxnSpPr/>
            <p:nvPr userDrawn="1"/>
          </p:nvCxnSpPr>
          <p:spPr>
            <a:xfrm>
              <a:off x="1065213" y="2200483"/>
              <a:ext cx="3009900" cy="0"/>
            </a:xfrm>
            <a:prstGeom prst="line">
              <a:avLst/>
            </a:prstGeom>
            <a:ln w="12700">
              <a:gradFill flip="none" rotWithShape="1">
                <a:gsLst>
                  <a:gs pos="0">
                    <a:srgbClr val="0D3965"/>
                  </a:gs>
                  <a:gs pos="100000">
                    <a:srgbClr val="245B9B"/>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319298D9-D706-86AE-3CDF-790F9503D9E9}"/>
                </a:ext>
              </a:extLst>
            </p:cNvPr>
            <p:cNvCxnSpPr/>
            <p:nvPr userDrawn="1"/>
          </p:nvCxnSpPr>
          <p:spPr>
            <a:xfrm>
              <a:off x="1065213" y="2188244"/>
              <a:ext cx="3009900" cy="0"/>
            </a:xfrm>
            <a:prstGeom prst="line">
              <a:avLst/>
            </a:prstGeom>
            <a:ln w="12700">
              <a:gradFill flip="none" rotWithShape="1">
                <a:gsLst>
                  <a:gs pos="0">
                    <a:srgbClr val="17416B"/>
                  </a:gs>
                  <a:gs pos="100000">
                    <a:srgbClr val="3A6BA5"/>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FF619FE-2E25-391A-C283-0B8A45EC0DC2}"/>
                </a:ext>
              </a:extLst>
            </p:cNvPr>
            <p:cNvCxnSpPr/>
            <p:nvPr userDrawn="1"/>
          </p:nvCxnSpPr>
          <p:spPr>
            <a:xfrm>
              <a:off x="1065205" y="2175525"/>
              <a:ext cx="3009900" cy="0"/>
            </a:xfrm>
            <a:prstGeom prst="line">
              <a:avLst/>
            </a:prstGeom>
            <a:ln w="12700">
              <a:gradFill flip="none" rotWithShape="1">
                <a:gsLst>
                  <a:gs pos="0">
                    <a:srgbClr val="557493"/>
                  </a:gs>
                  <a:gs pos="100000">
                    <a:srgbClr val="85A4C7"/>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A4F2383-A6CD-4078-EB6F-9DE2C39F75D8}"/>
                </a:ext>
              </a:extLst>
            </p:cNvPr>
            <p:cNvCxnSpPr/>
            <p:nvPr userDrawn="1"/>
          </p:nvCxnSpPr>
          <p:spPr>
            <a:xfrm>
              <a:off x="1065205" y="2169188"/>
              <a:ext cx="3009900" cy="0"/>
            </a:xfrm>
            <a:prstGeom prst="line">
              <a:avLst/>
            </a:prstGeom>
            <a:ln w="12700">
              <a:gradFill flip="none" rotWithShape="1">
                <a:gsLst>
                  <a:gs pos="0">
                    <a:srgbClr val="D2DAE2"/>
                  </a:gs>
                  <a:gs pos="100000">
                    <a:srgbClr val="F7F9FB"/>
                  </a:gs>
                </a:gsLst>
                <a:lin ang="0" scaled="1"/>
                <a:tileRect/>
              </a:gradFill>
            </a:ln>
          </p:spPr>
          <p:style>
            <a:lnRef idx="2">
              <a:schemeClr val="accent1"/>
            </a:lnRef>
            <a:fillRef idx="0">
              <a:schemeClr val="accent1"/>
            </a:fillRef>
            <a:effectRef idx="1">
              <a:schemeClr val="accent1"/>
            </a:effectRef>
            <a:fontRef idx="minor">
              <a:schemeClr val="tx1"/>
            </a:fontRef>
          </p:style>
        </p:cxnSp>
      </p:grpSp>
      <p:sp>
        <p:nvSpPr>
          <p:cNvPr id="37" name="Text Placeholder 2">
            <a:extLst>
              <a:ext uri="{FF2B5EF4-FFF2-40B4-BE49-F238E27FC236}">
                <a16:creationId xmlns:a16="http://schemas.microsoft.com/office/drawing/2014/main" id="{1943F000-4208-5795-8820-3CBE6989FF71}"/>
              </a:ext>
            </a:extLst>
          </p:cNvPr>
          <p:cNvSpPr>
            <a:spLocks noGrp="1"/>
          </p:cNvSpPr>
          <p:nvPr>
            <p:ph type="body" sz="quarter" idx="20" hasCustomPrompt="1"/>
          </p:nvPr>
        </p:nvSpPr>
        <p:spPr>
          <a:xfrm>
            <a:off x="1065214" y="3564843"/>
            <a:ext cx="601748" cy="582663"/>
          </a:xfrm>
          <a:prstGeom prst="rect">
            <a:avLst/>
          </a:prstGeom>
          <a:ln>
            <a:noFill/>
          </a:ln>
        </p:spPr>
        <p:txBody>
          <a:bodyPr anchor="ctr"/>
          <a:lstStyle>
            <a:lvl1pPr marL="0" indent="0">
              <a:buNone/>
              <a:defRPr lang="en-US" sz="3200" kern="1200" dirty="0" smtClean="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lvl="0"/>
            <a:r>
              <a:rPr lang="en-US" dirty="0"/>
              <a:t>04</a:t>
            </a:r>
          </a:p>
        </p:txBody>
      </p:sp>
      <p:grpSp>
        <p:nvGrpSpPr>
          <p:cNvPr id="39" name="Group 38">
            <a:extLst>
              <a:ext uri="{FF2B5EF4-FFF2-40B4-BE49-F238E27FC236}">
                <a16:creationId xmlns:a16="http://schemas.microsoft.com/office/drawing/2014/main" id="{3ECB96A1-5DA9-7349-5E89-72FA85412EB5}"/>
              </a:ext>
            </a:extLst>
          </p:cNvPr>
          <p:cNvGrpSpPr/>
          <p:nvPr userDrawn="1"/>
        </p:nvGrpSpPr>
        <p:grpSpPr>
          <a:xfrm>
            <a:off x="1065205" y="4073466"/>
            <a:ext cx="3009908" cy="31295"/>
            <a:chOff x="1065205" y="2169188"/>
            <a:chExt cx="3009908" cy="31295"/>
          </a:xfrm>
        </p:grpSpPr>
        <p:cxnSp>
          <p:nvCxnSpPr>
            <p:cNvPr id="40" name="Straight Connector 39">
              <a:extLst>
                <a:ext uri="{FF2B5EF4-FFF2-40B4-BE49-F238E27FC236}">
                  <a16:creationId xmlns:a16="http://schemas.microsoft.com/office/drawing/2014/main" id="{0451B70D-870F-37C6-1B5C-2944DCA2B441}"/>
                </a:ext>
              </a:extLst>
            </p:cNvPr>
            <p:cNvCxnSpPr/>
            <p:nvPr userDrawn="1"/>
          </p:nvCxnSpPr>
          <p:spPr>
            <a:xfrm>
              <a:off x="1065213" y="2200483"/>
              <a:ext cx="3009900" cy="0"/>
            </a:xfrm>
            <a:prstGeom prst="line">
              <a:avLst/>
            </a:prstGeom>
            <a:ln w="12700">
              <a:gradFill flip="none" rotWithShape="1">
                <a:gsLst>
                  <a:gs pos="0">
                    <a:srgbClr val="0D3965"/>
                  </a:gs>
                  <a:gs pos="100000">
                    <a:srgbClr val="245B9B"/>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21C4B76B-C08E-E74E-6994-9D2D48B766F9}"/>
                </a:ext>
              </a:extLst>
            </p:cNvPr>
            <p:cNvCxnSpPr/>
            <p:nvPr userDrawn="1"/>
          </p:nvCxnSpPr>
          <p:spPr>
            <a:xfrm>
              <a:off x="1065213" y="2188244"/>
              <a:ext cx="3009900" cy="0"/>
            </a:xfrm>
            <a:prstGeom prst="line">
              <a:avLst/>
            </a:prstGeom>
            <a:ln w="12700">
              <a:gradFill flip="none" rotWithShape="1">
                <a:gsLst>
                  <a:gs pos="0">
                    <a:srgbClr val="17416B"/>
                  </a:gs>
                  <a:gs pos="100000">
                    <a:srgbClr val="3A6BA5"/>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826A72A3-21CB-A154-851C-524486CD136A}"/>
                </a:ext>
              </a:extLst>
            </p:cNvPr>
            <p:cNvCxnSpPr/>
            <p:nvPr userDrawn="1"/>
          </p:nvCxnSpPr>
          <p:spPr>
            <a:xfrm>
              <a:off x="1065205" y="2175525"/>
              <a:ext cx="3009900" cy="0"/>
            </a:xfrm>
            <a:prstGeom prst="line">
              <a:avLst/>
            </a:prstGeom>
            <a:ln w="12700">
              <a:gradFill flip="none" rotWithShape="1">
                <a:gsLst>
                  <a:gs pos="0">
                    <a:srgbClr val="557493"/>
                  </a:gs>
                  <a:gs pos="100000">
                    <a:srgbClr val="85A4C7"/>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27411BF7-822C-4E69-5C6A-7C9282B0FE26}"/>
                </a:ext>
              </a:extLst>
            </p:cNvPr>
            <p:cNvCxnSpPr/>
            <p:nvPr userDrawn="1"/>
          </p:nvCxnSpPr>
          <p:spPr>
            <a:xfrm>
              <a:off x="1065205" y="2169188"/>
              <a:ext cx="3009900" cy="0"/>
            </a:xfrm>
            <a:prstGeom prst="line">
              <a:avLst/>
            </a:prstGeom>
            <a:ln w="12700">
              <a:gradFill flip="none" rotWithShape="1">
                <a:gsLst>
                  <a:gs pos="0">
                    <a:srgbClr val="D2DAE2"/>
                  </a:gs>
                  <a:gs pos="100000">
                    <a:srgbClr val="F7F9FB"/>
                  </a:gs>
                </a:gsLst>
                <a:lin ang="0" scaled="1"/>
                <a:tileRect/>
              </a:gradFill>
            </a:ln>
          </p:spPr>
          <p:style>
            <a:lnRef idx="2">
              <a:schemeClr val="accent1"/>
            </a:lnRef>
            <a:fillRef idx="0">
              <a:schemeClr val="accent1"/>
            </a:fillRef>
            <a:effectRef idx="1">
              <a:schemeClr val="accent1"/>
            </a:effectRef>
            <a:fontRef idx="minor">
              <a:schemeClr val="tx1"/>
            </a:fontRef>
          </p:style>
        </p:cxnSp>
      </p:grpSp>
      <p:sp>
        <p:nvSpPr>
          <p:cNvPr id="4" name="Text Placeholder 2">
            <a:extLst>
              <a:ext uri="{FF2B5EF4-FFF2-40B4-BE49-F238E27FC236}">
                <a16:creationId xmlns:a16="http://schemas.microsoft.com/office/drawing/2014/main" id="{7B5CA5BB-01E6-D969-1996-2250229291E7}"/>
              </a:ext>
            </a:extLst>
          </p:cNvPr>
          <p:cNvSpPr>
            <a:spLocks noGrp="1"/>
          </p:cNvSpPr>
          <p:nvPr>
            <p:ph type="body" sz="quarter" idx="22" hasCustomPrompt="1"/>
          </p:nvPr>
        </p:nvSpPr>
        <p:spPr>
          <a:xfrm>
            <a:off x="4557706" y="3564843"/>
            <a:ext cx="601748" cy="582663"/>
          </a:xfrm>
          <a:prstGeom prst="rect">
            <a:avLst/>
          </a:prstGeom>
          <a:ln>
            <a:noFill/>
          </a:ln>
        </p:spPr>
        <p:txBody>
          <a:bodyPr anchor="ctr"/>
          <a:lstStyle>
            <a:lvl1pPr marL="0" indent="0">
              <a:buNone/>
              <a:defRPr lang="en-US" sz="3200" kern="1200" dirty="0" smtClean="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lvl="0"/>
            <a:r>
              <a:rPr lang="en-US" dirty="0"/>
              <a:t>05</a:t>
            </a:r>
          </a:p>
        </p:txBody>
      </p:sp>
      <p:sp>
        <p:nvSpPr>
          <p:cNvPr id="6" name="Text Placeholder 4">
            <a:extLst>
              <a:ext uri="{FF2B5EF4-FFF2-40B4-BE49-F238E27FC236}">
                <a16:creationId xmlns:a16="http://schemas.microsoft.com/office/drawing/2014/main" id="{3EE761C0-257F-FEF1-9ED0-74B660F1FF88}"/>
              </a:ext>
            </a:extLst>
          </p:cNvPr>
          <p:cNvSpPr>
            <a:spLocks noGrp="1"/>
          </p:cNvSpPr>
          <p:nvPr>
            <p:ph type="body" sz="quarter" idx="23" hasCustomPrompt="1"/>
          </p:nvPr>
        </p:nvSpPr>
        <p:spPr>
          <a:xfrm>
            <a:off x="4557705" y="4375735"/>
            <a:ext cx="3009900" cy="341632"/>
          </a:xfrm>
          <a:prstGeom prst="rect">
            <a:avLst/>
          </a:prstGeom>
        </p:spPr>
        <p:txBody>
          <a:bodyPr anchor="ctr"/>
          <a:lstStyle>
            <a:lvl1pPr marL="0" indent="0">
              <a:lnSpc>
                <a:spcPct val="100000"/>
              </a:lnSpc>
              <a:buNone/>
              <a:defRPr lang="en-US" sz="1800" kern="1200" dirty="0" smtClean="0">
                <a:solidFill>
                  <a:srgbClr val="215A9E"/>
                </a:solidFill>
                <a:latin typeface="Noto Sans Medium" panose="020B0502040504020204" pitchFamily="34" charset="0"/>
                <a:ea typeface="Noto Sans Medium" panose="020B0502040504020204" pitchFamily="34" charset="0"/>
                <a:cs typeface="Noto Sans Medium" panose="020B0502040504020204" pitchFamily="34" charset="0"/>
              </a:defRPr>
            </a:lvl1pPr>
            <a:lvl2pPr>
              <a:defRPr/>
            </a:lvl2pPr>
            <a:lvl3pPr>
              <a:defRPr/>
            </a:lvl3pPr>
            <a:lvl4pPr>
              <a:defRPr/>
            </a:lvl4pPr>
            <a:lvl5pPr>
              <a:defRPr/>
            </a:lvl5pPr>
          </a:lstStyle>
          <a:p>
            <a:pPr marL="228600" lvl="0" indent="-228600" algn="l" defTabSz="914400" rtl="0" eaLnBrk="1" latinLnBrk="0" hangingPunct="1">
              <a:lnSpc>
                <a:spcPct val="90000"/>
              </a:lnSpc>
              <a:spcBef>
                <a:spcPts val="1000"/>
              </a:spcBef>
            </a:pPr>
            <a:r>
              <a:rPr lang="en-US" dirty="0"/>
              <a:t>Agenda item 05</a:t>
            </a:r>
          </a:p>
        </p:txBody>
      </p:sp>
      <p:grpSp>
        <p:nvGrpSpPr>
          <p:cNvPr id="17" name="Group 16">
            <a:extLst>
              <a:ext uri="{FF2B5EF4-FFF2-40B4-BE49-F238E27FC236}">
                <a16:creationId xmlns:a16="http://schemas.microsoft.com/office/drawing/2014/main" id="{4694E6AB-8D96-132B-557C-F7AA346ED530}"/>
              </a:ext>
            </a:extLst>
          </p:cNvPr>
          <p:cNvGrpSpPr/>
          <p:nvPr userDrawn="1"/>
        </p:nvGrpSpPr>
        <p:grpSpPr>
          <a:xfrm>
            <a:off x="4557697" y="4073466"/>
            <a:ext cx="3009908" cy="31295"/>
            <a:chOff x="1065205" y="2169188"/>
            <a:chExt cx="3009908" cy="31295"/>
          </a:xfrm>
        </p:grpSpPr>
        <p:cxnSp>
          <p:nvCxnSpPr>
            <p:cNvPr id="24" name="Straight Connector 23">
              <a:extLst>
                <a:ext uri="{FF2B5EF4-FFF2-40B4-BE49-F238E27FC236}">
                  <a16:creationId xmlns:a16="http://schemas.microsoft.com/office/drawing/2014/main" id="{107C7AC8-F0B5-FA8B-0490-F659FA83C42F}"/>
                </a:ext>
              </a:extLst>
            </p:cNvPr>
            <p:cNvCxnSpPr/>
            <p:nvPr userDrawn="1"/>
          </p:nvCxnSpPr>
          <p:spPr>
            <a:xfrm>
              <a:off x="1065213" y="2200483"/>
              <a:ext cx="3009900" cy="0"/>
            </a:xfrm>
            <a:prstGeom prst="line">
              <a:avLst/>
            </a:prstGeom>
            <a:ln w="12700">
              <a:gradFill flip="none" rotWithShape="1">
                <a:gsLst>
                  <a:gs pos="0">
                    <a:srgbClr val="0D3965"/>
                  </a:gs>
                  <a:gs pos="100000">
                    <a:srgbClr val="245B9B"/>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8B0AC91-7971-4BAD-9C56-31EE46307621}"/>
                </a:ext>
              </a:extLst>
            </p:cNvPr>
            <p:cNvCxnSpPr/>
            <p:nvPr userDrawn="1"/>
          </p:nvCxnSpPr>
          <p:spPr>
            <a:xfrm>
              <a:off x="1065213" y="2188244"/>
              <a:ext cx="3009900" cy="0"/>
            </a:xfrm>
            <a:prstGeom prst="line">
              <a:avLst/>
            </a:prstGeom>
            <a:ln w="12700">
              <a:gradFill flip="none" rotWithShape="1">
                <a:gsLst>
                  <a:gs pos="0">
                    <a:srgbClr val="17416B"/>
                  </a:gs>
                  <a:gs pos="100000">
                    <a:srgbClr val="3A6BA5"/>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A20B0660-2C74-251C-8B77-B494DFDC64ED}"/>
                </a:ext>
              </a:extLst>
            </p:cNvPr>
            <p:cNvCxnSpPr/>
            <p:nvPr userDrawn="1"/>
          </p:nvCxnSpPr>
          <p:spPr>
            <a:xfrm>
              <a:off x="1065205" y="2175525"/>
              <a:ext cx="3009900" cy="0"/>
            </a:xfrm>
            <a:prstGeom prst="line">
              <a:avLst/>
            </a:prstGeom>
            <a:ln w="12700">
              <a:gradFill flip="none" rotWithShape="1">
                <a:gsLst>
                  <a:gs pos="0">
                    <a:srgbClr val="557493"/>
                  </a:gs>
                  <a:gs pos="100000">
                    <a:srgbClr val="85A4C7"/>
                  </a:gs>
                </a:gsLst>
                <a:lin ang="0" scaled="1"/>
                <a:tileRect/>
              </a:gra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7AD3AA83-F7E6-B67B-253E-7F359125484E}"/>
                </a:ext>
              </a:extLst>
            </p:cNvPr>
            <p:cNvCxnSpPr/>
            <p:nvPr userDrawn="1"/>
          </p:nvCxnSpPr>
          <p:spPr>
            <a:xfrm>
              <a:off x="1065205" y="2169188"/>
              <a:ext cx="3009900" cy="0"/>
            </a:xfrm>
            <a:prstGeom prst="line">
              <a:avLst/>
            </a:prstGeom>
            <a:ln w="12700">
              <a:gradFill flip="none" rotWithShape="1">
                <a:gsLst>
                  <a:gs pos="0">
                    <a:srgbClr val="D2DAE2"/>
                  </a:gs>
                  <a:gs pos="100000">
                    <a:srgbClr val="F7F9FB"/>
                  </a:gs>
                </a:gsLst>
                <a:lin ang="0" scaled="1"/>
                <a:tileRect/>
              </a:gradFill>
            </a:ln>
          </p:spPr>
          <p:style>
            <a:lnRef idx="2">
              <a:schemeClr val="accent1"/>
            </a:lnRef>
            <a:fillRef idx="0">
              <a:schemeClr val="accent1"/>
            </a:fillRef>
            <a:effectRef idx="1">
              <a:schemeClr val="accent1"/>
            </a:effectRef>
            <a:fontRef idx="minor">
              <a:schemeClr val="tx1"/>
            </a:fontRef>
          </p:style>
        </p:cxnSp>
      </p:grpSp>
      <p:sp>
        <p:nvSpPr>
          <p:cNvPr id="28" name="Text Placeholder 4">
            <a:extLst>
              <a:ext uri="{FF2B5EF4-FFF2-40B4-BE49-F238E27FC236}">
                <a16:creationId xmlns:a16="http://schemas.microsoft.com/office/drawing/2014/main" id="{7153492E-CFEC-EF08-0BB3-66D6D9449794}"/>
              </a:ext>
            </a:extLst>
          </p:cNvPr>
          <p:cNvSpPr>
            <a:spLocks noGrp="1"/>
          </p:cNvSpPr>
          <p:nvPr>
            <p:ph type="body" sz="quarter" idx="24" hasCustomPrompt="1"/>
          </p:nvPr>
        </p:nvSpPr>
        <p:spPr>
          <a:xfrm>
            <a:off x="1065205" y="4375792"/>
            <a:ext cx="3009900" cy="341632"/>
          </a:xfrm>
          <a:prstGeom prst="rect">
            <a:avLst/>
          </a:prstGeom>
        </p:spPr>
        <p:txBody>
          <a:bodyPr anchor="ctr"/>
          <a:lstStyle>
            <a:lvl1pPr marL="0" indent="0">
              <a:lnSpc>
                <a:spcPct val="100000"/>
              </a:lnSpc>
              <a:buNone/>
              <a:defRPr lang="en-US" sz="1800" kern="1200" dirty="0" smtClean="0">
                <a:solidFill>
                  <a:srgbClr val="215A9E"/>
                </a:solidFill>
                <a:latin typeface="Noto Sans Medium" panose="020B0502040504020204" pitchFamily="34" charset="0"/>
                <a:ea typeface="Noto Sans Medium" panose="020B0502040504020204" pitchFamily="34" charset="0"/>
                <a:cs typeface="Noto Sans Medium" panose="020B0502040504020204" pitchFamily="34" charset="0"/>
              </a:defRPr>
            </a:lvl1pPr>
            <a:lvl2pPr>
              <a:defRPr/>
            </a:lvl2pPr>
            <a:lvl3pPr>
              <a:defRPr/>
            </a:lvl3pPr>
            <a:lvl4pPr>
              <a:defRPr/>
            </a:lvl4pPr>
            <a:lvl5pPr>
              <a:defRPr/>
            </a:lvl5pPr>
          </a:lstStyle>
          <a:p>
            <a:pPr marL="228600" lvl="0" indent="-228600" algn="l" defTabSz="914400" rtl="0" eaLnBrk="1" latinLnBrk="0" hangingPunct="1">
              <a:lnSpc>
                <a:spcPct val="90000"/>
              </a:lnSpc>
              <a:spcBef>
                <a:spcPts val="1000"/>
              </a:spcBef>
            </a:pPr>
            <a:r>
              <a:rPr lang="en-US" dirty="0"/>
              <a:t>Agenda item 04</a:t>
            </a:r>
          </a:p>
        </p:txBody>
      </p:sp>
      <p:sp>
        <p:nvSpPr>
          <p:cNvPr id="30" name="Text Placeholder 11">
            <a:extLst>
              <a:ext uri="{FF2B5EF4-FFF2-40B4-BE49-F238E27FC236}">
                <a16:creationId xmlns:a16="http://schemas.microsoft.com/office/drawing/2014/main" id="{1C1FC36F-5450-AE7E-9F0D-CC08392D6462}"/>
              </a:ext>
            </a:extLst>
          </p:cNvPr>
          <p:cNvSpPr>
            <a:spLocks noGrp="1"/>
          </p:cNvSpPr>
          <p:nvPr>
            <p:ph type="body" sz="quarter" idx="37" hasCustomPrompt="1"/>
          </p:nvPr>
        </p:nvSpPr>
        <p:spPr>
          <a:xfrm>
            <a:off x="414899" y="6273655"/>
            <a:ext cx="1603324" cy="21994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900" kern="1200" dirty="0">
                <a:solidFill>
                  <a:schemeClr val="tx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900" dirty="0">
                <a:latin typeface="Noto Sans Light" panose="020B0502040504020204" pitchFamily="34" charset="0"/>
                <a:ea typeface="Noto Sans Light" panose="020B0502040504020204" pitchFamily="34" charset="0"/>
                <a:cs typeface="Noto Sans Light" panose="020B0502040504020204" pitchFamily="34" charset="0"/>
              </a:rPr>
              <a:t>subtitle</a:t>
            </a:r>
            <a:endParaRPr lang="en-AE" sz="900" dirty="0">
              <a:latin typeface="Noto Sans Light" panose="020B0502040504020204" pitchFamily="34" charset="0"/>
              <a:ea typeface="Noto Sans Light" panose="020B0502040504020204" pitchFamily="34" charset="0"/>
              <a:cs typeface="Noto Sans Light" panose="020B0502040504020204" pitchFamily="34" charset="0"/>
            </a:endParaRPr>
          </a:p>
        </p:txBody>
      </p:sp>
    </p:spTree>
    <p:extLst>
      <p:ext uri="{BB962C8B-B14F-4D97-AF65-F5344CB8AC3E}">
        <p14:creationId xmlns:p14="http://schemas.microsoft.com/office/powerpoint/2010/main" val="3320948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2"/>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3"/>
          <a:srcRect/>
          <a:stretch/>
        </p:blipFill>
        <p:spPr>
          <a:xfrm>
            <a:off x="9694624" y="389537"/>
            <a:ext cx="2077465" cy="486127"/>
          </a:xfrm>
          <a:prstGeom prst="rect">
            <a:avLst/>
          </a:prstGeom>
        </p:spPr>
      </p:pic>
      <p:grpSp>
        <p:nvGrpSpPr>
          <p:cNvPr id="3" name="Group 2">
            <a:extLst>
              <a:ext uri="{FF2B5EF4-FFF2-40B4-BE49-F238E27FC236}">
                <a16:creationId xmlns:a16="http://schemas.microsoft.com/office/drawing/2014/main" id="{C0B06065-DFA2-449E-765D-9717DF1C8F3C}"/>
              </a:ext>
            </a:extLst>
          </p:cNvPr>
          <p:cNvGrpSpPr/>
          <p:nvPr userDrawn="1"/>
        </p:nvGrpSpPr>
        <p:grpSpPr>
          <a:xfrm>
            <a:off x="467446" y="327518"/>
            <a:ext cx="8907378" cy="715085"/>
            <a:chOff x="467446" y="327518"/>
            <a:chExt cx="8907378" cy="715085"/>
          </a:xfrm>
        </p:grpSpPr>
        <p:pic>
          <p:nvPicPr>
            <p:cNvPr id="4" name="Picture 3">
              <a:extLst>
                <a:ext uri="{FF2B5EF4-FFF2-40B4-BE49-F238E27FC236}">
                  <a16:creationId xmlns:a16="http://schemas.microsoft.com/office/drawing/2014/main" id="{3C3F4DB8-7DCE-BFE0-1A81-C596F9058D10}"/>
                </a:ext>
              </a:extLst>
            </p:cNvPr>
            <p:cNvPicPr>
              <a:picLocks noChangeAspect="1"/>
            </p:cNvPicPr>
            <p:nvPr/>
          </p:nvPicPr>
          <p:blipFill>
            <a:blip r:embed="rId2"/>
            <a:stretch>
              <a:fillRect/>
            </a:stretch>
          </p:blipFill>
          <p:spPr>
            <a:xfrm>
              <a:off x="467446" y="327518"/>
              <a:ext cx="8907378" cy="715085"/>
            </a:xfrm>
            <a:prstGeom prst="rect">
              <a:avLst/>
            </a:prstGeom>
          </p:spPr>
        </p:pic>
        <p:sp>
          <p:nvSpPr>
            <p:cNvPr id="5" name="TextBox 4">
              <a:extLst>
                <a:ext uri="{FF2B5EF4-FFF2-40B4-BE49-F238E27FC236}">
                  <a16:creationId xmlns:a16="http://schemas.microsoft.com/office/drawing/2014/main" id="{775763B0-EA06-9F2F-0570-5D49BBD5A7FE}"/>
                </a:ext>
              </a:extLst>
            </p:cNvPr>
            <p:cNvSpPr txBox="1"/>
            <p:nvPr/>
          </p:nvSpPr>
          <p:spPr>
            <a:xfrm>
              <a:off x="588581" y="541813"/>
              <a:ext cx="184731" cy="365549"/>
            </a:xfrm>
            <a:prstGeom prst="rect">
              <a:avLst/>
            </a:prstGeom>
            <a:noFill/>
          </p:spPr>
          <p:txBody>
            <a:bodyPr wrap="none" rtlCol="0">
              <a:spAutoFit/>
            </a:bodyPr>
            <a:lstStyle/>
            <a:p>
              <a:pPr>
                <a:lnSpc>
                  <a:spcPts val="2100"/>
                </a:lnSpc>
              </a:pPr>
              <a:endParaRPr lang="en-US" sz="2400" b="1" dirty="0">
                <a:solidFill>
                  <a:srgbClr val="FFFFFF"/>
                </a:solidFill>
                <a:latin typeface="Georgia" pitchFamily="34" charset="0"/>
              </a:endParaRPr>
            </a:p>
          </p:txBody>
        </p:sp>
      </p:grpSp>
      <p:sp>
        <p:nvSpPr>
          <p:cNvPr id="7" name="Text Placeholder 6">
            <a:extLst>
              <a:ext uri="{FF2B5EF4-FFF2-40B4-BE49-F238E27FC236}">
                <a16:creationId xmlns:a16="http://schemas.microsoft.com/office/drawing/2014/main" id="{7CB21F69-867E-648D-1C13-4FDC79DC5267}"/>
              </a:ext>
            </a:extLst>
          </p:cNvPr>
          <p:cNvSpPr>
            <a:spLocks noGrp="1"/>
          </p:cNvSpPr>
          <p:nvPr>
            <p:ph type="body" sz="quarter" idx="15"/>
          </p:nvPr>
        </p:nvSpPr>
        <p:spPr>
          <a:xfrm>
            <a:off x="662547" y="527308"/>
            <a:ext cx="8476197" cy="348356"/>
          </a:xfrm>
          <a:prstGeom prst="rect">
            <a:avLst/>
          </a:prstGeom>
        </p:spPr>
        <p:txBody>
          <a:bodyPr/>
          <a:lstStyle>
            <a:lvl1pPr>
              <a:buNone/>
              <a:defRPr lang="en-US" sz="1800" b="1" kern="1200" dirty="0" smtClean="0">
                <a:solidFill>
                  <a:srgbClr val="FFFFFF"/>
                </a:solidFill>
                <a:latin typeface="Georgia" pitchFamily="34" charset="0"/>
                <a:ea typeface="+mn-ea"/>
                <a:cs typeface="+mn-cs"/>
              </a:defRPr>
            </a:lvl1pPr>
          </a:lstStyle>
          <a:p>
            <a:pPr lvl="0"/>
            <a:r>
              <a:rPr lang="en-US"/>
              <a:t>Click to edit Master text styles</a:t>
            </a:r>
          </a:p>
        </p:txBody>
      </p:sp>
    </p:spTree>
    <p:extLst>
      <p:ext uri="{BB962C8B-B14F-4D97-AF65-F5344CB8AC3E}">
        <p14:creationId xmlns:p14="http://schemas.microsoft.com/office/powerpoint/2010/main" val="477833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3"/>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4"/>
          <a:srcRect/>
          <a:stretch/>
        </p:blipFill>
        <p:spPr>
          <a:xfrm>
            <a:off x="9694624" y="389537"/>
            <a:ext cx="2077465" cy="486127"/>
          </a:xfrm>
          <a:prstGeom prst="rect">
            <a:avLst/>
          </a:prstGeom>
        </p:spPr>
      </p:pic>
      <p:grpSp>
        <p:nvGrpSpPr>
          <p:cNvPr id="3" name="Group 2">
            <a:extLst>
              <a:ext uri="{FF2B5EF4-FFF2-40B4-BE49-F238E27FC236}">
                <a16:creationId xmlns:a16="http://schemas.microsoft.com/office/drawing/2014/main" id="{C0B06065-DFA2-449E-765D-9717DF1C8F3C}"/>
              </a:ext>
            </a:extLst>
          </p:cNvPr>
          <p:cNvGrpSpPr/>
          <p:nvPr userDrawn="1"/>
        </p:nvGrpSpPr>
        <p:grpSpPr>
          <a:xfrm>
            <a:off x="467446" y="327518"/>
            <a:ext cx="8907378" cy="715085"/>
            <a:chOff x="467446" y="327518"/>
            <a:chExt cx="8907378" cy="715085"/>
          </a:xfrm>
        </p:grpSpPr>
        <p:pic>
          <p:nvPicPr>
            <p:cNvPr id="4" name="Picture 3">
              <a:extLst>
                <a:ext uri="{FF2B5EF4-FFF2-40B4-BE49-F238E27FC236}">
                  <a16:creationId xmlns:a16="http://schemas.microsoft.com/office/drawing/2014/main" id="{3C3F4DB8-7DCE-BFE0-1A81-C596F9058D10}"/>
                </a:ext>
              </a:extLst>
            </p:cNvPr>
            <p:cNvPicPr>
              <a:picLocks noChangeAspect="1"/>
            </p:cNvPicPr>
            <p:nvPr/>
          </p:nvPicPr>
          <p:blipFill>
            <a:blip r:embed="rId3"/>
            <a:stretch>
              <a:fillRect/>
            </a:stretch>
          </p:blipFill>
          <p:spPr>
            <a:xfrm>
              <a:off x="467446" y="327518"/>
              <a:ext cx="8907378" cy="715085"/>
            </a:xfrm>
            <a:prstGeom prst="rect">
              <a:avLst/>
            </a:prstGeom>
          </p:spPr>
        </p:pic>
        <p:sp>
          <p:nvSpPr>
            <p:cNvPr id="5" name="TextBox 4">
              <a:extLst>
                <a:ext uri="{FF2B5EF4-FFF2-40B4-BE49-F238E27FC236}">
                  <a16:creationId xmlns:a16="http://schemas.microsoft.com/office/drawing/2014/main" id="{775763B0-EA06-9F2F-0570-5D49BBD5A7FE}"/>
                </a:ext>
              </a:extLst>
            </p:cNvPr>
            <p:cNvSpPr txBox="1"/>
            <p:nvPr/>
          </p:nvSpPr>
          <p:spPr>
            <a:xfrm>
              <a:off x="588581" y="541813"/>
              <a:ext cx="184731" cy="365549"/>
            </a:xfrm>
            <a:prstGeom prst="rect">
              <a:avLst/>
            </a:prstGeom>
            <a:noFill/>
          </p:spPr>
          <p:txBody>
            <a:bodyPr wrap="none" rtlCol="0">
              <a:spAutoFit/>
            </a:bodyPr>
            <a:lstStyle/>
            <a:p>
              <a:pPr>
                <a:lnSpc>
                  <a:spcPts val="2100"/>
                </a:lnSpc>
              </a:pPr>
              <a:endParaRPr lang="en-US" sz="2400" b="1" dirty="0">
                <a:solidFill>
                  <a:srgbClr val="FFFFFF"/>
                </a:solidFill>
                <a:latin typeface="Georgia" pitchFamily="34" charset="0"/>
              </a:endParaRPr>
            </a:p>
          </p:txBody>
        </p:sp>
      </p:grpSp>
      <p:sp>
        <p:nvSpPr>
          <p:cNvPr id="7" name="Text Placeholder 6">
            <a:extLst>
              <a:ext uri="{FF2B5EF4-FFF2-40B4-BE49-F238E27FC236}">
                <a16:creationId xmlns:a16="http://schemas.microsoft.com/office/drawing/2014/main" id="{7CB21F69-867E-648D-1C13-4FDC79DC5267}"/>
              </a:ext>
            </a:extLst>
          </p:cNvPr>
          <p:cNvSpPr>
            <a:spLocks noGrp="1"/>
          </p:cNvSpPr>
          <p:nvPr>
            <p:ph type="body" sz="quarter" idx="15"/>
          </p:nvPr>
        </p:nvSpPr>
        <p:spPr>
          <a:xfrm>
            <a:off x="662547" y="527308"/>
            <a:ext cx="8476197" cy="348356"/>
          </a:xfrm>
          <a:prstGeom prst="rect">
            <a:avLst/>
          </a:prstGeom>
        </p:spPr>
        <p:txBody>
          <a:bodyPr/>
          <a:lstStyle>
            <a:lvl1pPr>
              <a:buNone/>
              <a:defRPr lang="en-US" sz="1800" b="1" kern="1200" dirty="0" smtClean="0">
                <a:solidFill>
                  <a:srgbClr val="FFFFFF"/>
                </a:solidFill>
                <a:latin typeface="Georgia" pitchFamily="34" charset="0"/>
                <a:ea typeface="+mn-ea"/>
                <a:cs typeface="+mn-cs"/>
              </a:defRPr>
            </a:lvl1pPr>
          </a:lstStyle>
          <a:p>
            <a:pPr lvl="0"/>
            <a:r>
              <a:rPr lang="en-US"/>
              <a:t>Click to edit Master text styles</a:t>
            </a:r>
          </a:p>
        </p:txBody>
      </p:sp>
    </p:spTree>
    <p:extLst>
      <p:ext uri="{BB962C8B-B14F-4D97-AF65-F5344CB8AC3E}">
        <p14:creationId xmlns:p14="http://schemas.microsoft.com/office/powerpoint/2010/main" val="781953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3"/>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4"/>
          <a:srcRect/>
          <a:stretch/>
        </p:blipFill>
        <p:spPr>
          <a:xfrm>
            <a:off x="9694624" y="389537"/>
            <a:ext cx="2077465" cy="486127"/>
          </a:xfrm>
          <a:prstGeom prst="rect">
            <a:avLst/>
          </a:prstGeom>
        </p:spPr>
      </p:pic>
      <p:grpSp>
        <p:nvGrpSpPr>
          <p:cNvPr id="3" name="Group 2">
            <a:extLst>
              <a:ext uri="{FF2B5EF4-FFF2-40B4-BE49-F238E27FC236}">
                <a16:creationId xmlns:a16="http://schemas.microsoft.com/office/drawing/2014/main" id="{C0B06065-DFA2-449E-765D-9717DF1C8F3C}"/>
              </a:ext>
            </a:extLst>
          </p:cNvPr>
          <p:cNvGrpSpPr/>
          <p:nvPr userDrawn="1"/>
        </p:nvGrpSpPr>
        <p:grpSpPr>
          <a:xfrm>
            <a:off x="467446" y="327518"/>
            <a:ext cx="8907378" cy="715085"/>
            <a:chOff x="467446" y="327518"/>
            <a:chExt cx="8907378" cy="715085"/>
          </a:xfrm>
        </p:grpSpPr>
        <p:pic>
          <p:nvPicPr>
            <p:cNvPr id="4" name="Picture 3">
              <a:extLst>
                <a:ext uri="{FF2B5EF4-FFF2-40B4-BE49-F238E27FC236}">
                  <a16:creationId xmlns:a16="http://schemas.microsoft.com/office/drawing/2014/main" id="{3C3F4DB8-7DCE-BFE0-1A81-C596F9058D10}"/>
                </a:ext>
              </a:extLst>
            </p:cNvPr>
            <p:cNvPicPr>
              <a:picLocks noChangeAspect="1"/>
            </p:cNvPicPr>
            <p:nvPr/>
          </p:nvPicPr>
          <p:blipFill>
            <a:blip r:embed="rId3"/>
            <a:stretch>
              <a:fillRect/>
            </a:stretch>
          </p:blipFill>
          <p:spPr>
            <a:xfrm>
              <a:off x="467446" y="327518"/>
              <a:ext cx="8907378" cy="715085"/>
            </a:xfrm>
            <a:prstGeom prst="rect">
              <a:avLst/>
            </a:prstGeom>
          </p:spPr>
        </p:pic>
        <p:sp>
          <p:nvSpPr>
            <p:cNvPr id="5" name="TextBox 4">
              <a:extLst>
                <a:ext uri="{FF2B5EF4-FFF2-40B4-BE49-F238E27FC236}">
                  <a16:creationId xmlns:a16="http://schemas.microsoft.com/office/drawing/2014/main" id="{775763B0-EA06-9F2F-0570-5D49BBD5A7FE}"/>
                </a:ext>
              </a:extLst>
            </p:cNvPr>
            <p:cNvSpPr txBox="1"/>
            <p:nvPr/>
          </p:nvSpPr>
          <p:spPr>
            <a:xfrm>
              <a:off x="588581" y="541813"/>
              <a:ext cx="184731" cy="365549"/>
            </a:xfrm>
            <a:prstGeom prst="rect">
              <a:avLst/>
            </a:prstGeom>
            <a:noFill/>
          </p:spPr>
          <p:txBody>
            <a:bodyPr wrap="none" rtlCol="0">
              <a:spAutoFit/>
            </a:bodyPr>
            <a:lstStyle/>
            <a:p>
              <a:pPr>
                <a:lnSpc>
                  <a:spcPts val="2100"/>
                </a:lnSpc>
              </a:pPr>
              <a:endParaRPr lang="en-US" sz="2400" b="1" dirty="0">
                <a:solidFill>
                  <a:srgbClr val="FFFFFF"/>
                </a:solidFill>
                <a:latin typeface="Georgia" pitchFamily="34" charset="0"/>
              </a:endParaRPr>
            </a:p>
          </p:txBody>
        </p:sp>
      </p:grpSp>
      <p:sp>
        <p:nvSpPr>
          <p:cNvPr id="7" name="Text Placeholder 6">
            <a:extLst>
              <a:ext uri="{FF2B5EF4-FFF2-40B4-BE49-F238E27FC236}">
                <a16:creationId xmlns:a16="http://schemas.microsoft.com/office/drawing/2014/main" id="{7CB21F69-867E-648D-1C13-4FDC79DC5267}"/>
              </a:ext>
            </a:extLst>
          </p:cNvPr>
          <p:cNvSpPr>
            <a:spLocks noGrp="1"/>
          </p:cNvSpPr>
          <p:nvPr>
            <p:ph type="body" sz="quarter" idx="15"/>
          </p:nvPr>
        </p:nvSpPr>
        <p:spPr>
          <a:xfrm>
            <a:off x="662547" y="527308"/>
            <a:ext cx="8476197" cy="348356"/>
          </a:xfrm>
          <a:prstGeom prst="rect">
            <a:avLst/>
          </a:prstGeom>
        </p:spPr>
        <p:txBody>
          <a:bodyPr/>
          <a:lstStyle>
            <a:lvl1pPr>
              <a:buNone/>
              <a:defRPr lang="en-US" sz="1800" b="1" kern="1200" dirty="0" smtClean="0">
                <a:solidFill>
                  <a:srgbClr val="FFFFFF"/>
                </a:solidFill>
                <a:latin typeface="Georgia" pitchFamily="34" charset="0"/>
                <a:ea typeface="+mn-ea"/>
                <a:cs typeface="+mn-cs"/>
              </a:defRPr>
            </a:lvl1pPr>
          </a:lstStyle>
          <a:p>
            <a:pPr lvl="0"/>
            <a:r>
              <a:rPr lang="en-US"/>
              <a:t>Click to edit Master text styles</a:t>
            </a:r>
          </a:p>
        </p:txBody>
      </p:sp>
      <p:sp>
        <p:nvSpPr>
          <p:cNvPr id="9" name="Rectangle: Rounded Corners 8">
            <a:extLst>
              <a:ext uri="{FF2B5EF4-FFF2-40B4-BE49-F238E27FC236}">
                <a16:creationId xmlns:a16="http://schemas.microsoft.com/office/drawing/2014/main" id="{9506ED09-F42E-4411-BCBA-1BBAE8435AB3}"/>
              </a:ext>
            </a:extLst>
          </p:cNvPr>
          <p:cNvSpPr/>
          <p:nvPr userDrawn="1"/>
        </p:nvSpPr>
        <p:spPr>
          <a:xfrm>
            <a:off x="467446" y="2839478"/>
            <a:ext cx="2751884" cy="2492632"/>
          </a:xfrm>
          <a:prstGeom prst="roundRect">
            <a:avLst>
              <a:gd name="adj" fmla="val 11183"/>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1" name="Rectangle: Rounded Corners 10">
            <a:extLst>
              <a:ext uri="{FF2B5EF4-FFF2-40B4-BE49-F238E27FC236}">
                <a16:creationId xmlns:a16="http://schemas.microsoft.com/office/drawing/2014/main" id="{FEDCF2DB-1218-A03C-FA29-8D07E1C53457}"/>
              </a:ext>
            </a:extLst>
          </p:cNvPr>
          <p:cNvSpPr/>
          <p:nvPr userDrawn="1"/>
        </p:nvSpPr>
        <p:spPr>
          <a:xfrm>
            <a:off x="3292742" y="2839478"/>
            <a:ext cx="2751884" cy="2492632"/>
          </a:xfrm>
          <a:prstGeom prst="roundRect">
            <a:avLst>
              <a:gd name="adj" fmla="val 11183"/>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tangle: Rounded Corners 11">
            <a:extLst>
              <a:ext uri="{FF2B5EF4-FFF2-40B4-BE49-F238E27FC236}">
                <a16:creationId xmlns:a16="http://schemas.microsoft.com/office/drawing/2014/main" id="{BFA6568E-DB22-E907-1F11-33C23082F271}"/>
              </a:ext>
            </a:extLst>
          </p:cNvPr>
          <p:cNvSpPr/>
          <p:nvPr userDrawn="1"/>
        </p:nvSpPr>
        <p:spPr>
          <a:xfrm>
            <a:off x="6118038" y="2830883"/>
            <a:ext cx="2751884" cy="2492632"/>
          </a:xfrm>
          <a:prstGeom prst="roundRect">
            <a:avLst>
              <a:gd name="adj" fmla="val 11183"/>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3" name="Rectangle: Rounded Corners 12">
            <a:extLst>
              <a:ext uri="{FF2B5EF4-FFF2-40B4-BE49-F238E27FC236}">
                <a16:creationId xmlns:a16="http://schemas.microsoft.com/office/drawing/2014/main" id="{8B096607-93CA-2DE8-D3E9-BB8A5156AE8A}"/>
              </a:ext>
            </a:extLst>
          </p:cNvPr>
          <p:cNvSpPr/>
          <p:nvPr userDrawn="1"/>
        </p:nvSpPr>
        <p:spPr>
          <a:xfrm>
            <a:off x="8943335" y="2830883"/>
            <a:ext cx="2751884" cy="2492632"/>
          </a:xfrm>
          <a:prstGeom prst="roundRect">
            <a:avLst>
              <a:gd name="adj" fmla="val 11183"/>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8" name="Content Placeholder 12">
            <a:extLst>
              <a:ext uri="{FF2B5EF4-FFF2-40B4-BE49-F238E27FC236}">
                <a16:creationId xmlns:a16="http://schemas.microsoft.com/office/drawing/2014/main" id="{03A55ADB-C281-4936-6F68-B7781EBB8F35}"/>
              </a:ext>
            </a:extLst>
          </p:cNvPr>
          <p:cNvSpPr>
            <a:spLocks noGrp="1"/>
          </p:cNvSpPr>
          <p:nvPr>
            <p:ph sz="quarter" idx="39" hasCustomPrompt="1"/>
          </p:nvPr>
        </p:nvSpPr>
        <p:spPr>
          <a:xfrm>
            <a:off x="575879" y="2956432"/>
            <a:ext cx="2535018" cy="1125280"/>
          </a:xfrm>
          <a:noFill/>
        </p:spPr>
        <p:txBody>
          <a:bodyPr vert="horz" wrap="square" lIns="91440" tIns="45720" rIns="91440" bIns="45720" rtlCol="0" anchor="ctr">
            <a:noAutofit/>
          </a:bodyPr>
          <a:lstStyle>
            <a:lvl1pPr algn="ctr">
              <a:defRPr kumimoji="0" lang="en-US" sz="4400" b="0" i="0" u="none" strike="noStrike" cap="none" spc="0" normalizeH="0" baseline="0" dirty="0" smtClean="0">
                <a:ln>
                  <a:noFill/>
                </a:ln>
                <a:solidFill>
                  <a:srgbClr val="0000FF"/>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dirty="0"/>
              <a:t>Input KPI</a:t>
            </a:r>
          </a:p>
        </p:txBody>
      </p:sp>
      <p:sp>
        <p:nvSpPr>
          <p:cNvPr id="14" name="Content Placeholder 12">
            <a:extLst>
              <a:ext uri="{FF2B5EF4-FFF2-40B4-BE49-F238E27FC236}">
                <a16:creationId xmlns:a16="http://schemas.microsoft.com/office/drawing/2014/main" id="{F9092E13-CE5D-26FD-ACE4-D366B4A12A90}"/>
              </a:ext>
            </a:extLst>
          </p:cNvPr>
          <p:cNvSpPr>
            <a:spLocks noGrp="1"/>
          </p:cNvSpPr>
          <p:nvPr>
            <p:ph sz="quarter" idx="40" hasCustomPrompt="1"/>
          </p:nvPr>
        </p:nvSpPr>
        <p:spPr>
          <a:xfrm>
            <a:off x="3401175" y="2956432"/>
            <a:ext cx="2535018" cy="1125280"/>
          </a:xfrm>
          <a:noFill/>
        </p:spPr>
        <p:txBody>
          <a:bodyPr vert="horz" wrap="square" lIns="91440" tIns="45720" rIns="91440" bIns="45720" rtlCol="0" anchor="ctr">
            <a:noAutofit/>
          </a:bodyPr>
          <a:lstStyle>
            <a:lvl1pPr>
              <a:defRPr kumimoji="0" lang="en-US" sz="4400" b="0" i="0" u="none" strike="noStrike" kern="1200" cap="none" spc="0" normalizeH="0" baseline="0" dirty="0">
                <a:ln>
                  <a:noFill/>
                </a:ln>
                <a:solidFill>
                  <a:srgbClr val="0000FF"/>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indent="0" algn="ctr" defTabSz="914400" rtl="0" eaLnBrk="1" fontAlgn="auto" latinLnBrk="0" hangingPunct="1">
              <a:lnSpc>
                <a:spcPct val="100000"/>
              </a:lnSpc>
              <a:spcBef>
                <a:spcPts val="0"/>
              </a:spcBef>
              <a:spcAft>
                <a:spcPts val="0"/>
              </a:spcAft>
              <a:buClrTx/>
              <a:buSzTx/>
              <a:buFontTx/>
              <a:buNone/>
              <a:tabLst/>
            </a:pPr>
            <a:r>
              <a:rPr lang="en-US" dirty="0"/>
              <a:t>Input KPI</a:t>
            </a:r>
          </a:p>
        </p:txBody>
      </p:sp>
      <p:sp>
        <p:nvSpPr>
          <p:cNvPr id="15" name="Content Placeholder 12">
            <a:extLst>
              <a:ext uri="{FF2B5EF4-FFF2-40B4-BE49-F238E27FC236}">
                <a16:creationId xmlns:a16="http://schemas.microsoft.com/office/drawing/2014/main" id="{C35E0EE4-3955-0044-5DCD-0BD337F58087}"/>
              </a:ext>
            </a:extLst>
          </p:cNvPr>
          <p:cNvSpPr>
            <a:spLocks noGrp="1"/>
          </p:cNvSpPr>
          <p:nvPr>
            <p:ph sz="quarter" idx="41" hasCustomPrompt="1"/>
          </p:nvPr>
        </p:nvSpPr>
        <p:spPr>
          <a:xfrm>
            <a:off x="6226471" y="2965027"/>
            <a:ext cx="2535018" cy="1125280"/>
          </a:xfrm>
          <a:noFill/>
        </p:spPr>
        <p:txBody>
          <a:bodyPr vert="horz" wrap="square" lIns="91440" tIns="45720" rIns="91440" bIns="45720" rtlCol="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kumimoji="0" lang="en-US" sz="4400" b="0" i="0" u="none" strike="noStrike" kern="1200" cap="none" spc="0" normalizeH="0" baseline="0" dirty="0">
                <a:ln>
                  <a:noFill/>
                </a:ln>
                <a:solidFill>
                  <a:srgbClr val="0000FF"/>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indent="0" algn="ctr" defTabSz="914400" rtl="0" eaLnBrk="1" fontAlgn="auto" latinLnBrk="0" hangingPunct="1">
              <a:lnSpc>
                <a:spcPct val="100000"/>
              </a:lnSpc>
              <a:spcBef>
                <a:spcPts val="0"/>
              </a:spcBef>
              <a:spcAft>
                <a:spcPts val="0"/>
              </a:spcAft>
              <a:buClrTx/>
              <a:buSzTx/>
              <a:buFontTx/>
              <a:buNone/>
              <a:tabLst/>
            </a:pPr>
            <a:r>
              <a:rPr lang="en-US" dirty="0"/>
              <a:t>Input KPI</a:t>
            </a:r>
          </a:p>
        </p:txBody>
      </p:sp>
      <p:sp>
        <p:nvSpPr>
          <p:cNvPr id="16" name="Content Placeholder 12">
            <a:extLst>
              <a:ext uri="{FF2B5EF4-FFF2-40B4-BE49-F238E27FC236}">
                <a16:creationId xmlns:a16="http://schemas.microsoft.com/office/drawing/2014/main" id="{BFF1EDF1-9336-62F5-04AE-7B60C5815A6A}"/>
              </a:ext>
            </a:extLst>
          </p:cNvPr>
          <p:cNvSpPr>
            <a:spLocks noGrp="1"/>
          </p:cNvSpPr>
          <p:nvPr>
            <p:ph sz="quarter" idx="42" hasCustomPrompt="1"/>
          </p:nvPr>
        </p:nvSpPr>
        <p:spPr>
          <a:xfrm>
            <a:off x="9051768" y="2965027"/>
            <a:ext cx="2535018" cy="1125280"/>
          </a:xfrm>
          <a:noFill/>
        </p:spPr>
        <p:txBody>
          <a:bodyPr vert="horz" wrap="square" lIns="91440" tIns="45720" rIns="91440" bIns="45720" rtlCol="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kumimoji="0" lang="en-US" sz="4400" b="0" i="0" u="none" strike="noStrike" kern="1200" cap="none" spc="0" normalizeH="0" baseline="0" dirty="0">
                <a:ln>
                  <a:noFill/>
                </a:ln>
                <a:solidFill>
                  <a:srgbClr val="0000FF"/>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indent="0" algn="ctr" defTabSz="914400" rtl="0" eaLnBrk="1" fontAlgn="auto" latinLnBrk="0" hangingPunct="1">
              <a:lnSpc>
                <a:spcPct val="100000"/>
              </a:lnSpc>
              <a:spcBef>
                <a:spcPts val="0"/>
              </a:spcBef>
              <a:spcAft>
                <a:spcPts val="0"/>
              </a:spcAft>
              <a:buClrTx/>
              <a:buSzTx/>
              <a:buFontTx/>
              <a:buNone/>
              <a:tabLst/>
            </a:pPr>
            <a:r>
              <a:rPr lang="en-US" dirty="0"/>
              <a:t>Input KPI</a:t>
            </a:r>
          </a:p>
        </p:txBody>
      </p:sp>
      <p:sp>
        <p:nvSpPr>
          <p:cNvPr id="17" name="Content Placeholder 12">
            <a:extLst>
              <a:ext uri="{FF2B5EF4-FFF2-40B4-BE49-F238E27FC236}">
                <a16:creationId xmlns:a16="http://schemas.microsoft.com/office/drawing/2014/main" id="{3F887816-3FF2-1349-06F7-5FC5401F1598}"/>
              </a:ext>
            </a:extLst>
          </p:cNvPr>
          <p:cNvSpPr>
            <a:spLocks noGrp="1"/>
          </p:cNvSpPr>
          <p:nvPr>
            <p:ph sz="quarter" idx="43"/>
          </p:nvPr>
        </p:nvSpPr>
        <p:spPr>
          <a:xfrm>
            <a:off x="575879" y="4090307"/>
            <a:ext cx="2535018" cy="1125280"/>
          </a:xfrm>
          <a:noFill/>
        </p:spPr>
        <p:txBody>
          <a:bodyPr vert="horz" wrap="square" lIns="91440" tIns="45720" rIns="91440" bIns="45720" rtlCol="0" anchor="ctr">
            <a:noAutofit/>
          </a:bodyPr>
          <a:lstStyle>
            <a:lvl1pPr algn="ct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
        <p:nvSpPr>
          <p:cNvPr id="18" name="Content Placeholder 12">
            <a:extLst>
              <a:ext uri="{FF2B5EF4-FFF2-40B4-BE49-F238E27FC236}">
                <a16:creationId xmlns:a16="http://schemas.microsoft.com/office/drawing/2014/main" id="{F3881FBD-9008-DC29-D399-B78C7962970C}"/>
              </a:ext>
            </a:extLst>
          </p:cNvPr>
          <p:cNvSpPr>
            <a:spLocks noGrp="1"/>
          </p:cNvSpPr>
          <p:nvPr>
            <p:ph sz="quarter" idx="44"/>
          </p:nvPr>
        </p:nvSpPr>
        <p:spPr>
          <a:xfrm>
            <a:off x="3401175" y="4090307"/>
            <a:ext cx="2535018" cy="1125280"/>
          </a:xfrm>
          <a:noFill/>
        </p:spPr>
        <p:txBody>
          <a:bodyPr vert="horz" wrap="square" lIns="91440" tIns="45720" rIns="91440" bIns="45720" rtlCol="0" anchor="ctr">
            <a:noAutofit/>
          </a:bodyPr>
          <a:lstStyle>
            <a:lvl1pPr algn="ct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
        <p:nvSpPr>
          <p:cNvPr id="19" name="Content Placeholder 12">
            <a:extLst>
              <a:ext uri="{FF2B5EF4-FFF2-40B4-BE49-F238E27FC236}">
                <a16:creationId xmlns:a16="http://schemas.microsoft.com/office/drawing/2014/main" id="{F25C7D52-4B5E-4E32-0A33-AEA84F9A7EBF}"/>
              </a:ext>
            </a:extLst>
          </p:cNvPr>
          <p:cNvSpPr>
            <a:spLocks noGrp="1"/>
          </p:cNvSpPr>
          <p:nvPr>
            <p:ph sz="quarter" idx="45"/>
          </p:nvPr>
        </p:nvSpPr>
        <p:spPr>
          <a:xfrm>
            <a:off x="6226471" y="4098902"/>
            <a:ext cx="2535018" cy="1125280"/>
          </a:xfrm>
          <a:noFill/>
        </p:spPr>
        <p:txBody>
          <a:bodyPr vert="horz" wrap="square" lIns="91440" tIns="45720" rIns="91440" bIns="45720" rtlCol="0" anchor="ctr">
            <a:noAutofit/>
          </a:bodyPr>
          <a:lstStyle>
            <a:lvl1pPr algn="ct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
        <p:nvSpPr>
          <p:cNvPr id="20" name="Content Placeholder 12">
            <a:extLst>
              <a:ext uri="{FF2B5EF4-FFF2-40B4-BE49-F238E27FC236}">
                <a16:creationId xmlns:a16="http://schemas.microsoft.com/office/drawing/2014/main" id="{934D3BF9-CA35-5FAB-2FEB-C8A7AC2AC890}"/>
              </a:ext>
            </a:extLst>
          </p:cNvPr>
          <p:cNvSpPr>
            <a:spLocks noGrp="1"/>
          </p:cNvSpPr>
          <p:nvPr>
            <p:ph sz="quarter" idx="46"/>
          </p:nvPr>
        </p:nvSpPr>
        <p:spPr>
          <a:xfrm>
            <a:off x="9051768" y="4098902"/>
            <a:ext cx="2535018" cy="1125280"/>
          </a:xfrm>
          <a:noFill/>
        </p:spPr>
        <p:txBody>
          <a:bodyPr vert="horz" wrap="square" lIns="91440" tIns="45720" rIns="91440" bIns="45720" rtlCol="0" anchor="ctr">
            <a:noAutofit/>
          </a:bodyPr>
          <a:lstStyle>
            <a:lvl1pPr algn="ct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Tree>
    <p:extLst>
      <p:ext uri="{BB962C8B-B14F-4D97-AF65-F5344CB8AC3E}">
        <p14:creationId xmlns:p14="http://schemas.microsoft.com/office/powerpoint/2010/main" val="3845208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3"/>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4"/>
          <a:srcRect/>
          <a:stretch/>
        </p:blipFill>
        <p:spPr>
          <a:xfrm>
            <a:off x="9694624" y="389537"/>
            <a:ext cx="2077465" cy="486127"/>
          </a:xfrm>
          <a:prstGeom prst="rect">
            <a:avLst/>
          </a:prstGeom>
        </p:spPr>
      </p:pic>
      <p:grpSp>
        <p:nvGrpSpPr>
          <p:cNvPr id="3" name="Group 2">
            <a:extLst>
              <a:ext uri="{FF2B5EF4-FFF2-40B4-BE49-F238E27FC236}">
                <a16:creationId xmlns:a16="http://schemas.microsoft.com/office/drawing/2014/main" id="{C0B06065-DFA2-449E-765D-9717DF1C8F3C}"/>
              </a:ext>
            </a:extLst>
          </p:cNvPr>
          <p:cNvGrpSpPr/>
          <p:nvPr userDrawn="1"/>
        </p:nvGrpSpPr>
        <p:grpSpPr>
          <a:xfrm>
            <a:off x="467446" y="327518"/>
            <a:ext cx="8907378" cy="715085"/>
            <a:chOff x="467446" y="327518"/>
            <a:chExt cx="8907378" cy="715085"/>
          </a:xfrm>
        </p:grpSpPr>
        <p:pic>
          <p:nvPicPr>
            <p:cNvPr id="4" name="Picture 3">
              <a:extLst>
                <a:ext uri="{FF2B5EF4-FFF2-40B4-BE49-F238E27FC236}">
                  <a16:creationId xmlns:a16="http://schemas.microsoft.com/office/drawing/2014/main" id="{3C3F4DB8-7DCE-BFE0-1A81-C596F9058D10}"/>
                </a:ext>
              </a:extLst>
            </p:cNvPr>
            <p:cNvPicPr>
              <a:picLocks noChangeAspect="1"/>
            </p:cNvPicPr>
            <p:nvPr/>
          </p:nvPicPr>
          <p:blipFill>
            <a:blip r:embed="rId3"/>
            <a:stretch>
              <a:fillRect/>
            </a:stretch>
          </p:blipFill>
          <p:spPr>
            <a:xfrm>
              <a:off x="467446" y="327518"/>
              <a:ext cx="8907378" cy="715085"/>
            </a:xfrm>
            <a:prstGeom prst="rect">
              <a:avLst/>
            </a:prstGeom>
          </p:spPr>
        </p:pic>
        <p:sp>
          <p:nvSpPr>
            <p:cNvPr id="5" name="TextBox 4">
              <a:extLst>
                <a:ext uri="{FF2B5EF4-FFF2-40B4-BE49-F238E27FC236}">
                  <a16:creationId xmlns:a16="http://schemas.microsoft.com/office/drawing/2014/main" id="{775763B0-EA06-9F2F-0570-5D49BBD5A7FE}"/>
                </a:ext>
              </a:extLst>
            </p:cNvPr>
            <p:cNvSpPr txBox="1"/>
            <p:nvPr/>
          </p:nvSpPr>
          <p:spPr>
            <a:xfrm>
              <a:off x="588581" y="541813"/>
              <a:ext cx="184731" cy="365549"/>
            </a:xfrm>
            <a:prstGeom prst="rect">
              <a:avLst/>
            </a:prstGeom>
            <a:noFill/>
          </p:spPr>
          <p:txBody>
            <a:bodyPr wrap="none" rtlCol="0">
              <a:spAutoFit/>
            </a:bodyPr>
            <a:lstStyle/>
            <a:p>
              <a:pPr>
                <a:lnSpc>
                  <a:spcPts val="2100"/>
                </a:lnSpc>
              </a:pPr>
              <a:endParaRPr lang="en-US" sz="2400" b="1" dirty="0">
                <a:solidFill>
                  <a:srgbClr val="FFFFFF"/>
                </a:solidFill>
                <a:latin typeface="Georgia" pitchFamily="34" charset="0"/>
              </a:endParaRPr>
            </a:p>
          </p:txBody>
        </p:sp>
      </p:grpSp>
      <p:sp>
        <p:nvSpPr>
          <p:cNvPr id="7" name="Text Placeholder 6">
            <a:extLst>
              <a:ext uri="{FF2B5EF4-FFF2-40B4-BE49-F238E27FC236}">
                <a16:creationId xmlns:a16="http://schemas.microsoft.com/office/drawing/2014/main" id="{7CB21F69-867E-648D-1C13-4FDC79DC5267}"/>
              </a:ext>
            </a:extLst>
          </p:cNvPr>
          <p:cNvSpPr>
            <a:spLocks noGrp="1"/>
          </p:cNvSpPr>
          <p:nvPr>
            <p:ph type="body" sz="quarter" idx="15"/>
          </p:nvPr>
        </p:nvSpPr>
        <p:spPr>
          <a:xfrm>
            <a:off x="662547" y="527308"/>
            <a:ext cx="8476197" cy="348356"/>
          </a:xfrm>
          <a:prstGeom prst="rect">
            <a:avLst/>
          </a:prstGeom>
        </p:spPr>
        <p:txBody>
          <a:bodyPr/>
          <a:lstStyle>
            <a:lvl1pPr>
              <a:buNone/>
              <a:defRPr lang="en-US" sz="1800" b="1" kern="1200" dirty="0" smtClean="0">
                <a:solidFill>
                  <a:srgbClr val="FFFFFF"/>
                </a:solidFill>
                <a:latin typeface="Georgia" pitchFamily="34" charset="0"/>
                <a:ea typeface="+mn-ea"/>
                <a:cs typeface="+mn-cs"/>
              </a:defRPr>
            </a:lvl1pPr>
          </a:lstStyle>
          <a:p>
            <a:pPr lvl="0"/>
            <a:r>
              <a:rPr lang="en-US"/>
              <a:t>Click to edit Master text styles</a:t>
            </a:r>
          </a:p>
        </p:txBody>
      </p:sp>
      <p:sp>
        <p:nvSpPr>
          <p:cNvPr id="16" name="Rectangle: Rounded Corners 15">
            <a:extLst>
              <a:ext uri="{FF2B5EF4-FFF2-40B4-BE49-F238E27FC236}">
                <a16:creationId xmlns:a16="http://schemas.microsoft.com/office/drawing/2014/main" id="{A2D48C24-09D4-8440-3588-D8DF23521CE8}"/>
              </a:ext>
            </a:extLst>
          </p:cNvPr>
          <p:cNvSpPr/>
          <p:nvPr userDrawn="1"/>
        </p:nvSpPr>
        <p:spPr>
          <a:xfrm>
            <a:off x="680946" y="1546569"/>
            <a:ext cx="5110922" cy="4629426"/>
          </a:xfrm>
          <a:prstGeom prst="roundRect">
            <a:avLst>
              <a:gd name="adj" fmla="val 11183"/>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12">
            <a:extLst>
              <a:ext uri="{FF2B5EF4-FFF2-40B4-BE49-F238E27FC236}">
                <a16:creationId xmlns:a16="http://schemas.microsoft.com/office/drawing/2014/main" id="{AA990D98-A410-695F-DC5F-7F86D7680AB8}"/>
              </a:ext>
            </a:extLst>
          </p:cNvPr>
          <p:cNvSpPr>
            <a:spLocks noGrp="1"/>
          </p:cNvSpPr>
          <p:nvPr>
            <p:ph sz="quarter" idx="39"/>
          </p:nvPr>
        </p:nvSpPr>
        <p:spPr>
          <a:xfrm>
            <a:off x="835603" y="1738424"/>
            <a:ext cx="4801607" cy="4245716"/>
          </a:xfrm>
          <a:noFill/>
        </p:spPr>
        <p:txBody>
          <a:bodyPr vert="horz" wrap="square" lIns="91440" tIns="45720" rIns="91440" bIns="45720" rtlCol="0">
            <a:noAutofit/>
          </a:bodyPr>
          <a:lstStyle>
            <a:lvl1pP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Tree>
    <p:extLst>
      <p:ext uri="{BB962C8B-B14F-4D97-AF65-F5344CB8AC3E}">
        <p14:creationId xmlns:p14="http://schemas.microsoft.com/office/powerpoint/2010/main" val="554487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3"/>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4"/>
          <a:srcRect/>
          <a:stretch/>
        </p:blipFill>
        <p:spPr>
          <a:xfrm>
            <a:off x="9694624" y="389537"/>
            <a:ext cx="2077465" cy="486127"/>
          </a:xfrm>
          <a:prstGeom prst="rect">
            <a:avLst/>
          </a:prstGeom>
        </p:spPr>
      </p:pic>
      <p:grpSp>
        <p:nvGrpSpPr>
          <p:cNvPr id="3" name="Group 2">
            <a:extLst>
              <a:ext uri="{FF2B5EF4-FFF2-40B4-BE49-F238E27FC236}">
                <a16:creationId xmlns:a16="http://schemas.microsoft.com/office/drawing/2014/main" id="{C0B06065-DFA2-449E-765D-9717DF1C8F3C}"/>
              </a:ext>
            </a:extLst>
          </p:cNvPr>
          <p:cNvGrpSpPr/>
          <p:nvPr userDrawn="1"/>
        </p:nvGrpSpPr>
        <p:grpSpPr>
          <a:xfrm>
            <a:off x="467446" y="327518"/>
            <a:ext cx="8907378" cy="715085"/>
            <a:chOff x="467446" y="327518"/>
            <a:chExt cx="8907378" cy="715085"/>
          </a:xfrm>
        </p:grpSpPr>
        <p:pic>
          <p:nvPicPr>
            <p:cNvPr id="4" name="Picture 3">
              <a:extLst>
                <a:ext uri="{FF2B5EF4-FFF2-40B4-BE49-F238E27FC236}">
                  <a16:creationId xmlns:a16="http://schemas.microsoft.com/office/drawing/2014/main" id="{3C3F4DB8-7DCE-BFE0-1A81-C596F9058D10}"/>
                </a:ext>
              </a:extLst>
            </p:cNvPr>
            <p:cNvPicPr>
              <a:picLocks noChangeAspect="1"/>
            </p:cNvPicPr>
            <p:nvPr/>
          </p:nvPicPr>
          <p:blipFill>
            <a:blip r:embed="rId3"/>
            <a:stretch>
              <a:fillRect/>
            </a:stretch>
          </p:blipFill>
          <p:spPr>
            <a:xfrm>
              <a:off x="467446" y="327518"/>
              <a:ext cx="8907378" cy="715085"/>
            </a:xfrm>
            <a:prstGeom prst="rect">
              <a:avLst/>
            </a:prstGeom>
          </p:spPr>
        </p:pic>
        <p:sp>
          <p:nvSpPr>
            <p:cNvPr id="5" name="TextBox 4">
              <a:extLst>
                <a:ext uri="{FF2B5EF4-FFF2-40B4-BE49-F238E27FC236}">
                  <a16:creationId xmlns:a16="http://schemas.microsoft.com/office/drawing/2014/main" id="{775763B0-EA06-9F2F-0570-5D49BBD5A7FE}"/>
                </a:ext>
              </a:extLst>
            </p:cNvPr>
            <p:cNvSpPr txBox="1"/>
            <p:nvPr/>
          </p:nvSpPr>
          <p:spPr>
            <a:xfrm>
              <a:off x="588581" y="541813"/>
              <a:ext cx="184731" cy="365549"/>
            </a:xfrm>
            <a:prstGeom prst="rect">
              <a:avLst/>
            </a:prstGeom>
            <a:noFill/>
          </p:spPr>
          <p:txBody>
            <a:bodyPr wrap="none" rtlCol="0">
              <a:spAutoFit/>
            </a:bodyPr>
            <a:lstStyle/>
            <a:p>
              <a:pPr>
                <a:lnSpc>
                  <a:spcPts val="2100"/>
                </a:lnSpc>
              </a:pPr>
              <a:endParaRPr lang="en-US" sz="2400" b="1" dirty="0">
                <a:solidFill>
                  <a:srgbClr val="FFFFFF"/>
                </a:solidFill>
                <a:latin typeface="Georgia" pitchFamily="34" charset="0"/>
              </a:endParaRPr>
            </a:p>
          </p:txBody>
        </p:sp>
      </p:grpSp>
      <p:sp>
        <p:nvSpPr>
          <p:cNvPr id="7" name="Text Placeholder 6">
            <a:extLst>
              <a:ext uri="{FF2B5EF4-FFF2-40B4-BE49-F238E27FC236}">
                <a16:creationId xmlns:a16="http://schemas.microsoft.com/office/drawing/2014/main" id="{7CB21F69-867E-648D-1C13-4FDC79DC5267}"/>
              </a:ext>
            </a:extLst>
          </p:cNvPr>
          <p:cNvSpPr>
            <a:spLocks noGrp="1"/>
          </p:cNvSpPr>
          <p:nvPr>
            <p:ph type="body" sz="quarter" idx="15"/>
          </p:nvPr>
        </p:nvSpPr>
        <p:spPr>
          <a:xfrm>
            <a:off x="662547" y="527308"/>
            <a:ext cx="8476197" cy="348356"/>
          </a:xfrm>
          <a:prstGeom prst="rect">
            <a:avLst/>
          </a:prstGeom>
        </p:spPr>
        <p:txBody>
          <a:bodyPr/>
          <a:lstStyle>
            <a:lvl1pPr>
              <a:buNone/>
              <a:defRPr lang="en-US" sz="1800" b="1" kern="1200" dirty="0" smtClean="0">
                <a:solidFill>
                  <a:srgbClr val="FFFFFF"/>
                </a:solidFill>
                <a:latin typeface="Georgia" pitchFamily="34" charset="0"/>
                <a:ea typeface="+mn-ea"/>
                <a:cs typeface="+mn-cs"/>
              </a:defRPr>
            </a:lvl1pPr>
          </a:lstStyle>
          <a:p>
            <a:pPr lvl="0"/>
            <a:r>
              <a:rPr lang="en-US"/>
              <a:t>Click to edit Master text styles</a:t>
            </a:r>
          </a:p>
        </p:txBody>
      </p:sp>
      <p:sp>
        <p:nvSpPr>
          <p:cNvPr id="6" name="Rectangle: Rounded Corners 5">
            <a:extLst>
              <a:ext uri="{FF2B5EF4-FFF2-40B4-BE49-F238E27FC236}">
                <a16:creationId xmlns:a16="http://schemas.microsoft.com/office/drawing/2014/main" id="{A2D48C24-09D4-8440-3588-D8DF23521CE8}"/>
              </a:ext>
            </a:extLst>
          </p:cNvPr>
          <p:cNvSpPr/>
          <p:nvPr userDrawn="1"/>
        </p:nvSpPr>
        <p:spPr>
          <a:xfrm>
            <a:off x="6400132" y="1546569"/>
            <a:ext cx="5110922" cy="4629426"/>
          </a:xfrm>
          <a:prstGeom prst="roundRect">
            <a:avLst>
              <a:gd name="adj" fmla="val 11183"/>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12">
            <a:extLst>
              <a:ext uri="{FF2B5EF4-FFF2-40B4-BE49-F238E27FC236}">
                <a16:creationId xmlns:a16="http://schemas.microsoft.com/office/drawing/2014/main" id="{0754B0A5-0274-9FD2-B3AD-3DCE8DFB50E8}"/>
              </a:ext>
            </a:extLst>
          </p:cNvPr>
          <p:cNvSpPr>
            <a:spLocks noGrp="1"/>
          </p:cNvSpPr>
          <p:nvPr>
            <p:ph sz="quarter" idx="39"/>
          </p:nvPr>
        </p:nvSpPr>
        <p:spPr>
          <a:xfrm>
            <a:off x="6554789" y="1738424"/>
            <a:ext cx="4801607" cy="4245716"/>
          </a:xfrm>
          <a:noFill/>
        </p:spPr>
        <p:txBody>
          <a:bodyPr vert="horz" wrap="square" lIns="91440" tIns="45720" rIns="91440" bIns="45720" rtlCol="0">
            <a:noAutofit/>
          </a:bodyPr>
          <a:lstStyle>
            <a:lvl1pP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Tree>
    <p:extLst>
      <p:ext uri="{BB962C8B-B14F-4D97-AF65-F5344CB8AC3E}">
        <p14:creationId xmlns:p14="http://schemas.microsoft.com/office/powerpoint/2010/main" val="3457352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3"/>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4"/>
          <a:srcRect/>
          <a:stretch/>
        </p:blipFill>
        <p:spPr>
          <a:xfrm>
            <a:off x="9694624" y="389537"/>
            <a:ext cx="2077465" cy="486127"/>
          </a:xfrm>
          <a:prstGeom prst="rect">
            <a:avLst/>
          </a:prstGeom>
        </p:spPr>
      </p:pic>
      <p:grpSp>
        <p:nvGrpSpPr>
          <p:cNvPr id="3" name="Group 2">
            <a:extLst>
              <a:ext uri="{FF2B5EF4-FFF2-40B4-BE49-F238E27FC236}">
                <a16:creationId xmlns:a16="http://schemas.microsoft.com/office/drawing/2014/main" id="{C0B06065-DFA2-449E-765D-9717DF1C8F3C}"/>
              </a:ext>
            </a:extLst>
          </p:cNvPr>
          <p:cNvGrpSpPr/>
          <p:nvPr userDrawn="1"/>
        </p:nvGrpSpPr>
        <p:grpSpPr>
          <a:xfrm>
            <a:off x="467446" y="327518"/>
            <a:ext cx="8907378" cy="715085"/>
            <a:chOff x="467446" y="327518"/>
            <a:chExt cx="8907378" cy="715085"/>
          </a:xfrm>
        </p:grpSpPr>
        <p:pic>
          <p:nvPicPr>
            <p:cNvPr id="4" name="Picture 3">
              <a:extLst>
                <a:ext uri="{FF2B5EF4-FFF2-40B4-BE49-F238E27FC236}">
                  <a16:creationId xmlns:a16="http://schemas.microsoft.com/office/drawing/2014/main" id="{3C3F4DB8-7DCE-BFE0-1A81-C596F9058D10}"/>
                </a:ext>
              </a:extLst>
            </p:cNvPr>
            <p:cNvPicPr>
              <a:picLocks noChangeAspect="1"/>
            </p:cNvPicPr>
            <p:nvPr/>
          </p:nvPicPr>
          <p:blipFill>
            <a:blip r:embed="rId3"/>
            <a:stretch>
              <a:fillRect/>
            </a:stretch>
          </p:blipFill>
          <p:spPr>
            <a:xfrm>
              <a:off x="467446" y="327518"/>
              <a:ext cx="8907378" cy="715085"/>
            </a:xfrm>
            <a:prstGeom prst="rect">
              <a:avLst/>
            </a:prstGeom>
          </p:spPr>
        </p:pic>
        <p:sp>
          <p:nvSpPr>
            <p:cNvPr id="5" name="TextBox 4">
              <a:extLst>
                <a:ext uri="{FF2B5EF4-FFF2-40B4-BE49-F238E27FC236}">
                  <a16:creationId xmlns:a16="http://schemas.microsoft.com/office/drawing/2014/main" id="{775763B0-EA06-9F2F-0570-5D49BBD5A7FE}"/>
                </a:ext>
              </a:extLst>
            </p:cNvPr>
            <p:cNvSpPr txBox="1"/>
            <p:nvPr/>
          </p:nvSpPr>
          <p:spPr>
            <a:xfrm>
              <a:off x="588581" y="541813"/>
              <a:ext cx="184731" cy="365549"/>
            </a:xfrm>
            <a:prstGeom prst="rect">
              <a:avLst/>
            </a:prstGeom>
            <a:noFill/>
          </p:spPr>
          <p:txBody>
            <a:bodyPr wrap="none" rtlCol="0">
              <a:spAutoFit/>
            </a:bodyPr>
            <a:lstStyle/>
            <a:p>
              <a:pPr>
                <a:lnSpc>
                  <a:spcPts val="2100"/>
                </a:lnSpc>
              </a:pPr>
              <a:endParaRPr lang="en-US" sz="2400" b="1" dirty="0">
                <a:solidFill>
                  <a:srgbClr val="FFFFFF"/>
                </a:solidFill>
                <a:latin typeface="Georgia" pitchFamily="34" charset="0"/>
              </a:endParaRPr>
            </a:p>
          </p:txBody>
        </p:sp>
      </p:grpSp>
      <p:sp>
        <p:nvSpPr>
          <p:cNvPr id="7" name="Text Placeholder 6">
            <a:extLst>
              <a:ext uri="{FF2B5EF4-FFF2-40B4-BE49-F238E27FC236}">
                <a16:creationId xmlns:a16="http://schemas.microsoft.com/office/drawing/2014/main" id="{7CB21F69-867E-648D-1C13-4FDC79DC5267}"/>
              </a:ext>
            </a:extLst>
          </p:cNvPr>
          <p:cNvSpPr>
            <a:spLocks noGrp="1"/>
          </p:cNvSpPr>
          <p:nvPr>
            <p:ph type="body" sz="quarter" idx="15"/>
          </p:nvPr>
        </p:nvSpPr>
        <p:spPr>
          <a:xfrm>
            <a:off x="662547" y="527308"/>
            <a:ext cx="8476197" cy="348356"/>
          </a:xfrm>
          <a:prstGeom prst="rect">
            <a:avLst/>
          </a:prstGeom>
        </p:spPr>
        <p:txBody>
          <a:bodyPr/>
          <a:lstStyle>
            <a:lvl1pPr>
              <a:buNone/>
              <a:defRPr lang="en-US" sz="1800" b="1" kern="1200" dirty="0" smtClean="0">
                <a:solidFill>
                  <a:srgbClr val="FFFFFF"/>
                </a:solidFill>
                <a:latin typeface="Georgia" pitchFamily="34" charset="0"/>
                <a:ea typeface="+mn-ea"/>
                <a:cs typeface="+mn-cs"/>
              </a:defRPr>
            </a:lvl1pPr>
          </a:lstStyle>
          <a:p>
            <a:pPr lvl="0"/>
            <a:r>
              <a:rPr lang="en-US"/>
              <a:t>Click to edit Master text styles</a:t>
            </a:r>
          </a:p>
        </p:txBody>
      </p:sp>
      <p:sp>
        <p:nvSpPr>
          <p:cNvPr id="6" name="Rectangle: Rounded Corners 5">
            <a:extLst>
              <a:ext uri="{FF2B5EF4-FFF2-40B4-BE49-F238E27FC236}">
                <a16:creationId xmlns:a16="http://schemas.microsoft.com/office/drawing/2014/main" id="{7F1A2F9E-15E7-C10B-7A89-29BE91EADB25}"/>
              </a:ext>
            </a:extLst>
          </p:cNvPr>
          <p:cNvSpPr/>
          <p:nvPr userDrawn="1"/>
        </p:nvSpPr>
        <p:spPr>
          <a:xfrm>
            <a:off x="680946" y="1546569"/>
            <a:ext cx="5110922" cy="4629426"/>
          </a:xfrm>
          <a:prstGeom prst="roundRect">
            <a:avLst>
              <a:gd name="adj" fmla="val 11183"/>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099F7B5-A6CB-C717-EEA2-FFCD49F8DE3E}"/>
              </a:ext>
            </a:extLst>
          </p:cNvPr>
          <p:cNvSpPr/>
          <p:nvPr userDrawn="1"/>
        </p:nvSpPr>
        <p:spPr>
          <a:xfrm>
            <a:off x="6400132" y="1546569"/>
            <a:ext cx="5110922" cy="4629426"/>
          </a:xfrm>
          <a:prstGeom prst="roundRect">
            <a:avLst>
              <a:gd name="adj" fmla="val 11183"/>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12">
            <a:extLst>
              <a:ext uri="{FF2B5EF4-FFF2-40B4-BE49-F238E27FC236}">
                <a16:creationId xmlns:a16="http://schemas.microsoft.com/office/drawing/2014/main" id="{96A6F875-F20A-CC82-2F8C-F2F1627A58C8}"/>
              </a:ext>
            </a:extLst>
          </p:cNvPr>
          <p:cNvSpPr>
            <a:spLocks noGrp="1"/>
          </p:cNvSpPr>
          <p:nvPr>
            <p:ph sz="quarter" idx="39"/>
          </p:nvPr>
        </p:nvSpPr>
        <p:spPr>
          <a:xfrm>
            <a:off x="6554789" y="1738424"/>
            <a:ext cx="4801607" cy="4245716"/>
          </a:xfrm>
          <a:noFill/>
        </p:spPr>
        <p:txBody>
          <a:bodyPr vert="horz" wrap="square" lIns="91440" tIns="45720" rIns="91440" bIns="45720" rtlCol="0">
            <a:noAutofit/>
          </a:bodyPr>
          <a:lstStyle>
            <a:lvl1pP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
        <p:nvSpPr>
          <p:cNvPr id="11" name="Content Placeholder 12">
            <a:extLst>
              <a:ext uri="{FF2B5EF4-FFF2-40B4-BE49-F238E27FC236}">
                <a16:creationId xmlns:a16="http://schemas.microsoft.com/office/drawing/2014/main" id="{A3AD038C-82AB-5B75-9877-443898529308}"/>
              </a:ext>
            </a:extLst>
          </p:cNvPr>
          <p:cNvSpPr>
            <a:spLocks noGrp="1"/>
          </p:cNvSpPr>
          <p:nvPr>
            <p:ph sz="quarter" idx="40"/>
          </p:nvPr>
        </p:nvSpPr>
        <p:spPr>
          <a:xfrm>
            <a:off x="835603" y="1738424"/>
            <a:ext cx="4801607" cy="4245716"/>
          </a:xfrm>
          <a:noFill/>
        </p:spPr>
        <p:txBody>
          <a:bodyPr vert="horz" wrap="square" lIns="91440" tIns="45720" rIns="91440" bIns="45720" rtlCol="0">
            <a:noAutofit/>
          </a:bodyPr>
          <a:lstStyle>
            <a:lvl1pP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Tree>
    <p:extLst>
      <p:ext uri="{BB962C8B-B14F-4D97-AF65-F5344CB8AC3E}">
        <p14:creationId xmlns:p14="http://schemas.microsoft.com/office/powerpoint/2010/main" val="1637439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3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3"/>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4"/>
          <a:srcRect/>
          <a:stretch/>
        </p:blipFill>
        <p:spPr>
          <a:xfrm>
            <a:off x="9694624" y="389537"/>
            <a:ext cx="2077465" cy="486127"/>
          </a:xfrm>
          <a:prstGeom prst="rect">
            <a:avLst/>
          </a:prstGeom>
        </p:spPr>
      </p:pic>
      <p:grpSp>
        <p:nvGrpSpPr>
          <p:cNvPr id="3" name="Group 2">
            <a:extLst>
              <a:ext uri="{FF2B5EF4-FFF2-40B4-BE49-F238E27FC236}">
                <a16:creationId xmlns:a16="http://schemas.microsoft.com/office/drawing/2014/main" id="{C0B06065-DFA2-449E-765D-9717DF1C8F3C}"/>
              </a:ext>
            </a:extLst>
          </p:cNvPr>
          <p:cNvGrpSpPr/>
          <p:nvPr userDrawn="1"/>
        </p:nvGrpSpPr>
        <p:grpSpPr>
          <a:xfrm>
            <a:off x="467446" y="327518"/>
            <a:ext cx="8907378" cy="715085"/>
            <a:chOff x="467446" y="327518"/>
            <a:chExt cx="8907378" cy="715085"/>
          </a:xfrm>
        </p:grpSpPr>
        <p:pic>
          <p:nvPicPr>
            <p:cNvPr id="4" name="Picture 3">
              <a:extLst>
                <a:ext uri="{FF2B5EF4-FFF2-40B4-BE49-F238E27FC236}">
                  <a16:creationId xmlns:a16="http://schemas.microsoft.com/office/drawing/2014/main" id="{3C3F4DB8-7DCE-BFE0-1A81-C596F9058D10}"/>
                </a:ext>
              </a:extLst>
            </p:cNvPr>
            <p:cNvPicPr>
              <a:picLocks noChangeAspect="1"/>
            </p:cNvPicPr>
            <p:nvPr/>
          </p:nvPicPr>
          <p:blipFill>
            <a:blip r:embed="rId3"/>
            <a:stretch>
              <a:fillRect/>
            </a:stretch>
          </p:blipFill>
          <p:spPr>
            <a:xfrm>
              <a:off x="467446" y="327518"/>
              <a:ext cx="8907378" cy="715085"/>
            </a:xfrm>
            <a:prstGeom prst="rect">
              <a:avLst/>
            </a:prstGeom>
          </p:spPr>
        </p:pic>
        <p:sp>
          <p:nvSpPr>
            <p:cNvPr id="5" name="TextBox 4">
              <a:extLst>
                <a:ext uri="{FF2B5EF4-FFF2-40B4-BE49-F238E27FC236}">
                  <a16:creationId xmlns:a16="http://schemas.microsoft.com/office/drawing/2014/main" id="{775763B0-EA06-9F2F-0570-5D49BBD5A7FE}"/>
                </a:ext>
              </a:extLst>
            </p:cNvPr>
            <p:cNvSpPr txBox="1"/>
            <p:nvPr/>
          </p:nvSpPr>
          <p:spPr>
            <a:xfrm>
              <a:off x="588581" y="541813"/>
              <a:ext cx="184731" cy="365549"/>
            </a:xfrm>
            <a:prstGeom prst="rect">
              <a:avLst/>
            </a:prstGeom>
            <a:noFill/>
          </p:spPr>
          <p:txBody>
            <a:bodyPr wrap="none" rtlCol="0">
              <a:spAutoFit/>
            </a:bodyPr>
            <a:lstStyle/>
            <a:p>
              <a:pPr>
                <a:lnSpc>
                  <a:spcPts val="2100"/>
                </a:lnSpc>
              </a:pPr>
              <a:endParaRPr lang="en-US" sz="2400" b="1" dirty="0">
                <a:solidFill>
                  <a:srgbClr val="FFFFFF"/>
                </a:solidFill>
                <a:latin typeface="Georgia" pitchFamily="34" charset="0"/>
              </a:endParaRPr>
            </a:p>
          </p:txBody>
        </p:sp>
      </p:grpSp>
      <p:sp>
        <p:nvSpPr>
          <p:cNvPr id="7" name="Text Placeholder 6">
            <a:extLst>
              <a:ext uri="{FF2B5EF4-FFF2-40B4-BE49-F238E27FC236}">
                <a16:creationId xmlns:a16="http://schemas.microsoft.com/office/drawing/2014/main" id="{7CB21F69-867E-648D-1C13-4FDC79DC5267}"/>
              </a:ext>
            </a:extLst>
          </p:cNvPr>
          <p:cNvSpPr>
            <a:spLocks noGrp="1"/>
          </p:cNvSpPr>
          <p:nvPr>
            <p:ph type="body" sz="quarter" idx="15"/>
          </p:nvPr>
        </p:nvSpPr>
        <p:spPr>
          <a:xfrm>
            <a:off x="662547" y="527308"/>
            <a:ext cx="8476197" cy="348356"/>
          </a:xfrm>
          <a:prstGeom prst="rect">
            <a:avLst/>
          </a:prstGeom>
        </p:spPr>
        <p:txBody>
          <a:bodyPr/>
          <a:lstStyle>
            <a:lvl1pPr>
              <a:buNone/>
              <a:defRPr lang="en-US" sz="1800" b="1" kern="1200" dirty="0" smtClean="0">
                <a:solidFill>
                  <a:srgbClr val="FFFFFF"/>
                </a:solidFill>
                <a:latin typeface="Georgia" pitchFamily="34" charset="0"/>
                <a:ea typeface="+mn-ea"/>
                <a:cs typeface="+mn-cs"/>
              </a:defRPr>
            </a:lvl1pPr>
          </a:lstStyle>
          <a:p>
            <a:pPr lvl="0"/>
            <a:r>
              <a:rPr lang="en-US"/>
              <a:t>Click to edit Master text styles</a:t>
            </a:r>
          </a:p>
        </p:txBody>
      </p:sp>
      <p:sp>
        <p:nvSpPr>
          <p:cNvPr id="6" name="Rectangle: Rounded Corners 5">
            <a:extLst>
              <a:ext uri="{FF2B5EF4-FFF2-40B4-BE49-F238E27FC236}">
                <a16:creationId xmlns:a16="http://schemas.microsoft.com/office/drawing/2014/main" id="{7F1A2F9E-15E7-C10B-7A89-29BE91EADB25}"/>
              </a:ext>
            </a:extLst>
          </p:cNvPr>
          <p:cNvSpPr/>
          <p:nvPr userDrawn="1"/>
        </p:nvSpPr>
        <p:spPr>
          <a:xfrm>
            <a:off x="281973" y="1546569"/>
            <a:ext cx="11629395" cy="4629426"/>
          </a:xfrm>
          <a:prstGeom prst="roundRect">
            <a:avLst>
              <a:gd name="adj" fmla="val 11183"/>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2">
            <a:extLst>
              <a:ext uri="{FF2B5EF4-FFF2-40B4-BE49-F238E27FC236}">
                <a16:creationId xmlns:a16="http://schemas.microsoft.com/office/drawing/2014/main" id="{A3AD038C-82AB-5B75-9877-443898529308}"/>
              </a:ext>
            </a:extLst>
          </p:cNvPr>
          <p:cNvSpPr>
            <a:spLocks noGrp="1"/>
          </p:cNvSpPr>
          <p:nvPr>
            <p:ph sz="quarter" idx="40"/>
          </p:nvPr>
        </p:nvSpPr>
        <p:spPr>
          <a:xfrm>
            <a:off x="467446" y="1738424"/>
            <a:ext cx="11266683" cy="4245716"/>
          </a:xfrm>
          <a:noFill/>
        </p:spPr>
        <p:txBody>
          <a:bodyPr vert="horz" wrap="square" lIns="91440" tIns="45720" rIns="91440" bIns="45720" rtlCol="0">
            <a:noAutofit/>
          </a:bodyPr>
          <a:lstStyle>
            <a:lvl1pP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Tree>
    <p:extLst>
      <p:ext uri="{BB962C8B-B14F-4D97-AF65-F5344CB8AC3E}">
        <p14:creationId xmlns:p14="http://schemas.microsoft.com/office/powerpoint/2010/main" val="3137297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3"/>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4"/>
          <a:srcRect/>
          <a:stretch/>
        </p:blipFill>
        <p:spPr>
          <a:xfrm>
            <a:off x="9694624" y="389537"/>
            <a:ext cx="2077465" cy="486127"/>
          </a:xfrm>
          <a:prstGeom prst="rect">
            <a:avLst/>
          </a:prstGeom>
        </p:spPr>
      </p:pic>
      <p:grpSp>
        <p:nvGrpSpPr>
          <p:cNvPr id="3" name="Group 2">
            <a:extLst>
              <a:ext uri="{FF2B5EF4-FFF2-40B4-BE49-F238E27FC236}">
                <a16:creationId xmlns:a16="http://schemas.microsoft.com/office/drawing/2014/main" id="{C0B06065-DFA2-449E-765D-9717DF1C8F3C}"/>
              </a:ext>
            </a:extLst>
          </p:cNvPr>
          <p:cNvGrpSpPr/>
          <p:nvPr userDrawn="1"/>
        </p:nvGrpSpPr>
        <p:grpSpPr>
          <a:xfrm>
            <a:off x="467446" y="327518"/>
            <a:ext cx="8907378" cy="715085"/>
            <a:chOff x="467446" y="327518"/>
            <a:chExt cx="8907378" cy="715085"/>
          </a:xfrm>
        </p:grpSpPr>
        <p:pic>
          <p:nvPicPr>
            <p:cNvPr id="4" name="Picture 3">
              <a:extLst>
                <a:ext uri="{FF2B5EF4-FFF2-40B4-BE49-F238E27FC236}">
                  <a16:creationId xmlns:a16="http://schemas.microsoft.com/office/drawing/2014/main" id="{3C3F4DB8-7DCE-BFE0-1A81-C596F9058D10}"/>
                </a:ext>
              </a:extLst>
            </p:cNvPr>
            <p:cNvPicPr>
              <a:picLocks noChangeAspect="1"/>
            </p:cNvPicPr>
            <p:nvPr/>
          </p:nvPicPr>
          <p:blipFill>
            <a:blip r:embed="rId3"/>
            <a:stretch>
              <a:fillRect/>
            </a:stretch>
          </p:blipFill>
          <p:spPr>
            <a:xfrm>
              <a:off x="467446" y="327518"/>
              <a:ext cx="8907378" cy="715085"/>
            </a:xfrm>
            <a:prstGeom prst="rect">
              <a:avLst/>
            </a:prstGeom>
          </p:spPr>
        </p:pic>
        <p:sp>
          <p:nvSpPr>
            <p:cNvPr id="5" name="TextBox 4">
              <a:extLst>
                <a:ext uri="{FF2B5EF4-FFF2-40B4-BE49-F238E27FC236}">
                  <a16:creationId xmlns:a16="http://schemas.microsoft.com/office/drawing/2014/main" id="{775763B0-EA06-9F2F-0570-5D49BBD5A7FE}"/>
                </a:ext>
              </a:extLst>
            </p:cNvPr>
            <p:cNvSpPr txBox="1"/>
            <p:nvPr/>
          </p:nvSpPr>
          <p:spPr>
            <a:xfrm>
              <a:off x="588581" y="541813"/>
              <a:ext cx="184731" cy="365549"/>
            </a:xfrm>
            <a:prstGeom prst="rect">
              <a:avLst/>
            </a:prstGeom>
            <a:noFill/>
          </p:spPr>
          <p:txBody>
            <a:bodyPr wrap="none" rtlCol="0">
              <a:spAutoFit/>
            </a:bodyPr>
            <a:lstStyle/>
            <a:p>
              <a:pPr>
                <a:lnSpc>
                  <a:spcPts val="2100"/>
                </a:lnSpc>
              </a:pPr>
              <a:endParaRPr lang="en-US" sz="2400" b="1" dirty="0">
                <a:solidFill>
                  <a:srgbClr val="FFFFFF"/>
                </a:solidFill>
                <a:latin typeface="Georgia" pitchFamily="34" charset="0"/>
              </a:endParaRPr>
            </a:p>
          </p:txBody>
        </p:sp>
      </p:grpSp>
      <p:sp>
        <p:nvSpPr>
          <p:cNvPr id="7" name="Text Placeholder 6">
            <a:extLst>
              <a:ext uri="{FF2B5EF4-FFF2-40B4-BE49-F238E27FC236}">
                <a16:creationId xmlns:a16="http://schemas.microsoft.com/office/drawing/2014/main" id="{7CB21F69-867E-648D-1C13-4FDC79DC5267}"/>
              </a:ext>
            </a:extLst>
          </p:cNvPr>
          <p:cNvSpPr>
            <a:spLocks noGrp="1"/>
          </p:cNvSpPr>
          <p:nvPr>
            <p:ph type="body" sz="quarter" idx="15"/>
          </p:nvPr>
        </p:nvSpPr>
        <p:spPr>
          <a:xfrm>
            <a:off x="662547" y="527308"/>
            <a:ext cx="8476197" cy="348356"/>
          </a:xfrm>
          <a:prstGeom prst="rect">
            <a:avLst/>
          </a:prstGeom>
        </p:spPr>
        <p:txBody>
          <a:bodyPr/>
          <a:lstStyle>
            <a:lvl1pPr>
              <a:buNone/>
              <a:defRPr lang="en-US" sz="1800" b="1" kern="1200" dirty="0" smtClean="0">
                <a:solidFill>
                  <a:srgbClr val="FFFFFF"/>
                </a:solidFill>
                <a:latin typeface="Georgia" pitchFamily="34" charset="0"/>
                <a:ea typeface="+mn-ea"/>
                <a:cs typeface="+mn-cs"/>
              </a:defRPr>
            </a:lvl1pPr>
          </a:lstStyle>
          <a:p>
            <a:pPr lvl="0"/>
            <a:r>
              <a:rPr lang="en-US"/>
              <a:t>Click to edit Master text styles</a:t>
            </a:r>
          </a:p>
        </p:txBody>
      </p:sp>
      <p:sp>
        <p:nvSpPr>
          <p:cNvPr id="16" name="Rectangle: Rounded Corners 15">
            <a:extLst>
              <a:ext uri="{FF2B5EF4-FFF2-40B4-BE49-F238E27FC236}">
                <a16:creationId xmlns:a16="http://schemas.microsoft.com/office/drawing/2014/main" id="{A2D48C24-09D4-8440-3588-D8DF23521CE8}"/>
              </a:ext>
            </a:extLst>
          </p:cNvPr>
          <p:cNvSpPr/>
          <p:nvPr userDrawn="1"/>
        </p:nvSpPr>
        <p:spPr>
          <a:xfrm>
            <a:off x="680946" y="1546569"/>
            <a:ext cx="5110922" cy="4629426"/>
          </a:xfrm>
          <a:prstGeom prst="roundRect">
            <a:avLst>
              <a:gd name="adj" fmla="val 11183"/>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12">
            <a:extLst>
              <a:ext uri="{FF2B5EF4-FFF2-40B4-BE49-F238E27FC236}">
                <a16:creationId xmlns:a16="http://schemas.microsoft.com/office/drawing/2014/main" id="{63BE5205-D598-B92D-FF3C-F088A127E1E2}"/>
              </a:ext>
            </a:extLst>
          </p:cNvPr>
          <p:cNvSpPr>
            <a:spLocks noGrp="1"/>
          </p:cNvSpPr>
          <p:nvPr>
            <p:ph sz="quarter" idx="40"/>
          </p:nvPr>
        </p:nvSpPr>
        <p:spPr>
          <a:xfrm>
            <a:off x="835603" y="2002012"/>
            <a:ext cx="4801607" cy="3982128"/>
          </a:xfrm>
          <a:noFill/>
        </p:spPr>
        <p:txBody>
          <a:bodyPr vert="horz" wrap="square" lIns="91440" tIns="45720" rIns="91440" bIns="45720" rtlCol="0">
            <a:noAutofit/>
          </a:bodyPr>
          <a:lstStyle>
            <a:lvl1pP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
        <p:nvSpPr>
          <p:cNvPr id="8" name="Oval 7">
            <a:extLst>
              <a:ext uri="{FF2B5EF4-FFF2-40B4-BE49-F238E27FC236}">
                <a16:creationId xmlns:a16="http://schemas.microsoft.com/office/drawing/2014/main" id="{62234FF2-E4C0-5EA2-506C-4DDAC40B941B}"/>
              </a:ext>
            </a:extLst>
          </p:cNvPr>
          <p:cNvSpPr/>
          <p:nvPr userDrawn="1"/>
        </p:nvSpPr>
        <p:spPr>
          <a:xfrm>
            <a:off x="1126435" y="1149004"/>
            <a:ext cx="795130" cy="795130"/>
          </a:xfrm>
          <a:prstGeom prst="ellipse">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463799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3"/>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4"/>
          <a:srcRect/>
          <a:stretch/>
        </p:blipFill>
        <p:spPr>
          <a:xfrm>
            <a:off x="9694624" y="389537"/>
            <a:ext cx="2077465" cy="486127"/>
          </a:xfrm>
          <a:prstGeom prst="rect">
            <a:avLst/>
          </a:prstGeom>
        </p:spPr>
      </p:pic>
      <p:grpSp>
        <p:nvGrpSpPr>
          <p:cNvPr id="3" name="Group 2">
            <a:extLst>
              <a:ext uri="{FF2B5EF4-FFF2-40B4-BE49-F238E27FC236}">
                <a16:creationId xmlns:a16="http://schemas.microsoft.com/office/drawing/2014/main" id="{C0B06065-DFA2-449E-765D-9717DF1C8F3C}"/>
              </a:ext>
            </a:extLst>
          </p:cNvPr>
          <p:cNvGrpSpPr/>
          <p:nvPr userDrawn="1"/>
        </p:nvGrpSpPr>
        <p:grpSpPr>
          <a:xfrm>
            <a:off x="467446" y="327518"/>
            <a:ext cx="8907378" cy="715085"/>
            <a:chOff x="467446" y="327518"/>
            <a:chExt cx="8907378" cy="715085"/>
          </a:xfrm>
        </p:grpSpPr>
        <p:pic>
          <p:nvPicPr>
            <p:cNvPr id="4" name="Picture 3">
              <a:extLst>
                <a:ext uri="{FF2B5EF4-FFF2-40B4-BE49-F238E27FC236}">
                  <a16:creationId xmlns:a16="http://schemas.microsoft.com/office/drawing/2014/main" id="{3C3F4DB8-7DCE-BFE0-1A81-C596F9058D10}"/>
                </a:ext>
              </a:extLst>
            </p:cNvPr>
            <p:cNvPicPr>
              <a:picLocks noChangeAspect="1"/>
            </p:cNvPicPr>
            <p:nvPr/>
          </p:nvPicPr>
          <p:blipFill>
            <a:blip r:embed="rId3"/>
            <a:stretch>
              <a:fillRect/>
            </a:stretch>
          </p:blipFill>
          <p:spPr>
            <a:xfrm>
              <a:off x="467446" y="327518"/>
              <a:ext cx="8907378" cy="715085"/>
            </a:xfrm>
            <a:prstGeom prst="rect">
              <a:avLst/>
            </a:prstGeom>
          </p:spPr>
        </p:pic>
        <p:sp>
          <p:nvSpPr>
            <p:cNvPr id="5" name="TextBox 4">
              <a:extLst>
                <a:ext uri="{FF2B5EF4-FFF2-40B4-BE49-F238E27FC236}">
                  <a16:creationId xmlns:a16="http://schemas.microsoft.com/office/drawing/2014/main" id="{775763B0-EA06-9F2F-0570-5D49BBD5A7FE}"/>
                </a:ext>
              </a:extLst>
            </p:cNvPr>
            <p:cNvSpPr txBox="1"/>
            <p:nvPr/>
          </p:nvSpPr>
          <p:spPr>
            <a:xfrm>
              <a:off x="588581" y="541813"/>
              <a:ext cx="184731" cy="365549"/>
            </a:xfrm>
            <a:prstGeom prst="rect">
              <a:avLst/>
            </a:prstGeom>
            <a:noFill/>
          </p:spPr>
          <p:txBody>
            <a:bodyPr wrap="none" rtlCol="0">
              <a:spAutoFit/>
            </a:bodyPr>
            <a:lstStyle/>
            <a:p>
              <a:pPr>
                <a:lnSpc>
                  <a:spcPts val="2100"/>
                </a:lnSpc>
              </a:pPr>
              <a:endParaRPr lang="en-US" sz="2400" b="1" dirty="0">
                <a:solidFill>
                  <a:srgbClr val="FFFFFF"/>
                </a:solidFill>
                <a:latin typeface="Georgia" pitchFamily="34" charset="0"/>
              </a:endParaRPr>
            </a:p>
          </p:txBody>
        </p:sp>
      </p:grpSp>
      <p:sp>
        <p:nvSpPr>
          <p:cNvPr id="7" name="Text Placeholder 6">
            <a:extLst>
              <a:ext uri="{FF2B5EF4-FFF2-40B4-BE49-F238E27FC236}">
                <a16:creationId xmlns:a16="http://schemas.microsoft.com/office/drawing/2014/main" id="{7CB21F69-867E-648D-1C13-4FDC79DC5267}"/>
              </a:ext>
            </a:extLst>
          </p:cNvPr>
          <p:cNvSpPr>
            <a:spLocks noGrp="1"/>
          </p:cNvSpPr>
          <p:nvPr>
            <p:ph type="body" sz="quarter" idx="15"/>
          </p:nvPr>
        </p:nvSpPr>
        <p:spPr>
          <a:xfrm>
            <a:off x="662547" y="527308"/>
            <a:ext cx="8476197" cy="348356"/>
          </a:xfrm>
          <a:prstGeom prst="rect">
            <a:avLst/>
          </a:prstGeom>
        </p:spPr>
        <p:txBody>
          <a:bodyPr/>
          <a:lstStyle>
            <a:lvl1pPr>
              <a:buNone/>
              <a:defRPr lang="en-US" sz="1800" b="1" kern="1200" dirty="0" smtClean="0">
                <a:solidFill>
                  <a:srgbClr val="FFFFFF"/>
                </a:solidFill>
                <a:latin typeface="Georgia" pitchFamily="34" charset="0"/>
                <a:ea typeface="+mn-ea"/>
                <a:cs typeface="+mn-cs"/>
              </a:defRPr>
            </a:lvl1pPr>
          </a:lstStyle>
          <a:p>
            <a:pPr lvl="0"/>
            <a:r>
              <a:rPr lang="en-US"/>
              <a:t>Click to edit Master text styles</a:t>
            </a:r>
          </a:p>
        </p:txBody>
      </p:sp>
      <p:sp>
        <p:nvSpPr>
          <p:cNvPr id="6" name="Rectangle: Rounded Corners 5">
            <a:extLst>
              <a:ext uri="{FF2B5EF4-FFF2-40B4-BE49-F238E27FC236}">
                <a16:creationId xmlns:a16="http://schemas.microsoft.com/office/drawing/2014/main" id="{A2D48C24-09D4-8440-3588-D8DF23521CE8}"/>
              </a:ext>
            </a:extLst>
          </p:cNvPr>
          <p:cNvSpPr/>
          <p:nvPr userDrawn="1"/>
        </p:nvSpPr>
        <p:spPr>
          <a:xfrm>
            <a:off x="6400132" y="1546569"/>
            <a:ext cx="5110922" cy="4629426"/>
          </a:xfrm>
          <a:prstGeom prst="roundRect">
            <a:avLst>
              <a:gd name="adj" fmla="val 11183"/>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12">
            <a:extLst>
              <a:ext uri="{FF2B5EF4-FFF2-40B4-BE49-F238E27FC236}">
                <a16:creationId xmlns:a16="http://schemas.microsoft.com/office/drawing/2014/main" id="{AAC89B91-5DD7-CB8E-78E9-5080DBDDA0DC}"/>
              </a:ext>
            </a:extLst>
          </p:cNvPr>
          <p:cNvSpPr>
            <a:spLocks noGrp="1"/>
          </p:cNvSpPr>
          <p:nvPr>
            <p:ph sz="quarter" idx="39"/>
          </p:nvPr>
        </p:nvSpPr>
        <p:spPr>
          <a:xfrm>
            <a:off x="6554789" y="2002012"/>
            <a:ext cx="4801607" cy="3982128"/>
          </a:xfrm>
          <a:noFill/>
        </p:spPr>
        <p:txBody>
          <a:bodyPr vert="horz" wrap="square" lIns="91440" tIns="45720" rIns="91440" bIns="45720" rtlCol="0">
            <a:noAutofit/>
          </a:bodyPr>
          <a:lstStyle>
            <a:lvl1pP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
        <p:nvSpPr>
          <p:cNvPr id="9" name="Oval 8">
            <a:extLst>
              <a:ext uri="{FF2B5EF4-FFF2-40B4-BE49-F238E27FC236}">
                <a16:creationId xmlns:a16="http://schemas.microsoft.com/office/drawing/2014/main" id="{EDB0B205-3170-0375-A082-95DA13E249AC}"/>
              </a:ext>
            </a:extLst>
          </p:cNvPr>
          <p:cNvSpPr/>
          <p:nvPr userDrawn="1"/>
        </p:nvSpPr>
        <p:spPr>
          <a:xfrm>
            <a:off x="6871253" y="1149004"/>
            <a:ext cx="795130" cy="795130"/>
          </a:xfrm>
          <a:prstGeom prst="ellipse">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18974751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3"/>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4"/>
          <a:srcRect/>
          <a:stretch/>
        </p:blipFill>
        <p:spPr>
          <a:xfrm>
            <a:off x="9694624" y="389537"/>
            <a:ext cx="2077465" cy="486127"/>
          </a:xfrm>
          <a:prstGeom prst="rect">
            <a:avLst/>
          </a:prstGeom>
        </p:spPr>
      </p:pic>
      <p:grpSp>
        <p:nvGrpSpPr>
          <p:cNvPr id="3" name="Group 2">
            <a:extLst>
              <a:ext uri="{FF2B5EF4-FFF2-40B4-BE49-F238E27FC236}">
                <a16:creationId xmlns:a16="http://schemas.microsoft.com/office/drawing/2014/main" id="{C0B06065-DFA2-449E-765D-9717DF1C8F3C}"/>
              </a:ext>
            </a:extLst>
          </p:cNvPr>
          <p:cNvGrpSpPr/>
          <p:nvPr userDrawn="1"/>
        </p:nvGrpSpPr>
        <p:grpSpPr>
          <a:xfrm>
            <a:off x="467446" y="327518"/>
            <a:ext cx="8907378" cy="715085"/>
            <a:chOff x="467446" y="327518"/>
            <a:chExt cx="8907378" cy="715085"/>
          </a:xfrm>
        </p:grpSpPr>
        <p:pic>
          <p:nvPicPr>
            <p:cNvPr id="4" name="Picture 3">
              <a:extLst>
                <a:ext uri="{FF2B5EF4-FFF2-40B4-BE49-F238E27FC236}">
                  <a16:creationId xmlns:a16="http://schemas.microsoft.com/office/drawing/2014/main" id="{3C3F4DB8-7DCE-BFE0-1A81-C596F9058D10}"/>
                </a:ext>
              </a:extLst>
            </p:cNvPr>
            <p:cNvPicPr>
              <a:picLocks noChangeAspect="1"/>
            </p:cNvPicPr>
            <p:nvPr/>
          </p:nvPicPr>
          <p:blipFill>
            <a:blip r:embed="rId3"/>
            <a:stretch>
              <a:fillRect/>
            </a:stretch>
          </p:blipFill>
          <p:spPr>
            <a:xfrm>
              <a:off x="467446" y="327518"/>
              <a:ext cx="8907378" cy="715085"/>
            </a:xfrm>
            <a:prstGeom prst="rect">
              <a:avLst/>
            </a:prstGeom>
          </p:spPr>
        </p:pic>
        <p:sp>
          <p:nvSpPr>
            <p:cNvPr id="5" name="TextBox 4">
              <a:extLst>
                <a:ext uri="{FF2B5EF4-FFF2-40B4-BE49-F238E27FC236}">
                  <a16:creationId xmlns:a16="http://schemas.microsoft.com/office/drawing/2014/main" id="{775763B0-EA06-9F2F-0570-5D49BBD5A7FE}"/>
                </a:ext>
              </a:extLst>
            </p:cNvPr>
            <p:cNvSpPr txBox="1"/>
            <p:nvPr/>
          </p:nvSpPr>
          <p:spPr>
            <a:xfrm>
              <a:off x="588581" y="541813"/>
              <a:ext cx="184731" cy="365549"/>
            </a:xfrm>
            <a:prstGeom prst="rect">
              <a:avLst/>
            </a:prstGeom>
            <a:noFill/>
          </p:spPr>
          <p:txBody>
            <a:bodyPr wrap="none" rtlCol="0">
              <a:spAutoFit/>
            </a:bodyPr>
            <a:lstStyle/>
            <a:p>
              <a:pPr>
                <a:lnSpc>
                  <a:spcPts val="2100"/>
                </a:lnSpc>
              </a:pPr>
              <a:endParaRPr lang="en-US" sz="2400" b="1" dirty="0">
                <a:solidFill>
                  <a:srgbClr val="FFFFFF"/>
                </a:solidFill>
                <a:latin typeface="Georgia" pitchFamily="34" charset="0"/>
              </a:endParaRPr>
            </a:p>
          </p:txBody>
        </p:sp>
      </p:grpSp>
      <p:sp>
        <p:nvSpPr>
          <p:cNvPr id="7" name="Text Placeholder 6">
            <a:extLst>
              <a:ext uri="{FF2B5EF4-FFF2-40B4-BE49-F238E27FC236}">
                <a16:creationId xmlns:a16="http://schemas.microsoft.com/office/drawing/2014/main" id="{7CB21F69-867E-648D-1C13-4FDC79DC5267}"/>
              </a:ext>
            </a:extLst>
          </p:cNvPr>
          <p:cNvSpPr>
            <a:spLocks noGrp="1"/>
          </p:cNvSpPr>
          <p:nvPr>
            <p:ph type="body" sz="quarter" idx="15"/>
          </p:nvPr>
        </p:nvSpPr>
        <p:spPr>
          <a:xfrm>
            <a:off x="662547" y="527308"/>
            <a:ext cx="8476197" cy="348356"/>
          </a:xfrm>
          <a:prstGeom prst="rect">
            <a:avLst/>
          </a:prstGeom>
        </p:spPr>
        <p:txBody>
          <a:bodyPr/>
          <a:lstStyle>
            <a:lvl1pPr>
              <a:buNone/>
              <a:defRPr lang="en-US" sz="1800" b="1" kern="1200" dirty="0" smtClean="0">
                <a:solidFill>
                  <a:srgbClr val="FFFFFF"/>
                </a:solidFill>
                <a:latin typeface="Georgia" pitchFamily="34" charset="0"/>
                <a:ea typeface="+mn-ea"/>
                <a:cs typeface="+mn-cs"/>
              </a:defRPr>
            </a:lvl1pPr>
          </a:lstStyle>
          <a:p>
            <a:pPr lvl="0"/>
            <a:r>
              <a:rPr lang="en-US"/>
              <a:t>Click to edit Master text styles</a:t>
            </a:r>
          </a:p>
        </p:txBody>
      </p:sp>
      <p:sp>
        <p:nvSpPr>
          <p:cNvPr id="6" name="Rectangle: Rounded Corners 5">
            <a:extLst>
              <a:ext uri="{FF2B5EF4-FFF2-40B4-BE49-F238E27FC236}">
                <a16:creationId xmlns:a16="http://schemas.microsoft.com/office/drawing/2014/main" id="{7F1A2F9E-15E7-C10B-7A89-29BE91EADB25}"/>
              </a:ext>
            </a:extLst>
          </p:cNvPr>
          <p:cNvSpPr/>
          <p:nvPr userDrawn="1"/>
        </p:nvSpPr>
        <p:spPr>
          <a:xfrm>
            <a:off x="680946" y="1546569"/>
            <a:ext cx="5110922" cy="4629426"/>
          </a:xfrm>
          <a:prstGeom prst="roundRect">
            <a:avLst>
              <a:gd name="adj" fmla="val 11183"/>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099F7B5-A6CB-C717-EEA2-FFCD49F8DE3E}"/>
              </a:ext>
            </a:extLst>
          </p:cNvPr>
          <p:cNvSpPr/>
          <p:nvPr userDrawn="1"/>
        </p:nvSpPr>
        <p:spPr>
          <a:xfrm>
            <a:off x="6400132" y="1546569"/>
            <a:ext cx="5110922" cy="4629426"/>
          </a:xfrm>
          <a:prstGeom prst="roundRect">
            <a:avLst>
              <a:gd name="adj" fmla="val 11183"/>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12">
            <a:extLst>
              <a:ext uri="{FF2B5EF4-FFF2-40B4-BE49-F238E27FC236}">
                <a16:creationId xmlns:a16="http://schemas.microsoft.com/office/drawing/2014/main" id="{4F078370-0077-8252-2FD2-3897441BFE88}"/>
              </a:ext>
            </a:extLst>
          </p:cNvPr>
          <p:cNvSpPr>
            <a:spLocks noGrp="1"/>
          </p:cNvSpPr>
          <p:nvPr>
            <p:ph sz="quarter" idx="39"/>
          </p:nvPr>
        </p:nvSpPr>
        <p:spPr>
          <a:xfrm>
            <a:off x="6554789" y="2002012"/>
            <a:ext cx="4801607" cy="3982128"/>
          </a:xfrm>
          <a:noFill/>
        </p:spPr>
        <p:txBody>
          <a:bodyPr vert="horz" wrap="square" lIns="91440" tIns="45720" rIns="91440" bIns="45720" rtlCol="0">
            <a:noAutofit/>
          </a:bodyPr>
          <a:lstStyle>
            <a:lvl1pP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
        <p:nvSpPr>
          <p:cNvPr id="13" name="Content Placeholder 12">
            <a:extLst>
              <a:ext uri="{FF2B5EF4-FFF2-40B4-BE49-F238E27FC236}">
                <a16:creationId xmlns:a16="http://schemas.microsoft.com/office/drawing/2014/main" id="{727E6F1E-D358-40BF-AE59-B5E63887C455}"/>
              </a:ext>
            </a:extLst>
          </p:cNvPr>
          <p:cNvSpPr>
            <a:spLocks noGrp="1"/>
          </p:cNvSpPr>
          <p:nvPr>
            <p:ph sz="quarter" idx="40"/>
          </p:nvPr>
        </p:nvSpPr>
        <p:spPr>
          <a:xfrm>
            <a:off x="835603" y="2002012"/>
            <a:ext cx="4801607" cy="3982128"/>
          </a:xfrm>
          <a:noFill/>
        </p:spPr>
        <p:txBody>
          <a:bodyPr vert="horz" wrap="square" lIns="91440" tIns="45720" rIns="91440" bIns="45720" rtlCol="0">
            <a:noAutofit/>
          </a:bodyPr>
          <a:lstStyle>
            <a:lvl1pP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
        <p:nvSpPr>
          <p:cNvPr id="9" name="Oval 8">
            <a:extLst>
              <a:ext uri="{FF2B5EF4-FFF2-40B4-BE49-F238E27FC236}">
                <a16:creationId xmlns:a16="http://schemas.microsoft.com/office/drawing/2014/main" id="{D49F5E79-177C-BC92-A9CA-2A9923A1AD6C}"/>
              </a:ext>
            </a:extLst>
          </p:cNvPr>
          <p:cNvSpPr/>
          <p:nvPr userDrawn="1"/>
        </p:nvSpPr>
        <p:spPr>
          <a:xfrm>
            <a:off x="1126435" y="1149004"/>
            <a:ext cx="795130" cy="795130"/>
          </a:xfrm>
          <a:prstGeom prst="ellipse">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Oval 10">
            <a:extLst>
              <a:ext uri="{FF2B5EF4-FFF2-40B4-BE49-F238E27FC236}">
                <a16:creationId xmlns:a16="http://schemas.microsoft.com/office/drawing/2014/main" id="{E0259340-4ED3-4220-7C09-7FEB42B5424C}"/>
              </a:ext>
            </a:extLst>
          </p:cNvPr>
          <p:cNvSpPr/>
          <p:nvPr userDrawn="1"/>
        </p:nvSpPr>
        <p:spPr>
          <a:xfrm>
            <a:off x="6871253" y="1149004"/>
            <a:ext cx="795130" cy="795130"/>
          </a:xfrm>
          <a:prstGeom prst="ellipse">
            <a:avLst/>
          </a:prstGeom>
          <a:solidFill>
            <a:schemeClr val="bg1"/>
          </a:solidFill>
          <a:ln w="38100">
            <a:solidFill>
              <a:srgbClr val="065C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34663830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3"/>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4"/>
          <a:srcRect/>
          <a:stretch/>
        </p:blipFill>
        <p:spPr>
          <a:xfrm>
            <a:off x="9694624" y="389537"/>
            <a:ext cx="2077465" cy="486127"/>
          </a:xfrm>
          <a:prstGeom prst="rect">
            <a:avLst/>
          </a:prstGeom>
        </p:spPr>
      </p:pic>
      <p:grpSp>
        <p:nvGrpSpPr>
          <p:cNvPr id="3" name="Group 2">
            <a:extLst>
              <a:ext uri="{FF2B5EF4-FFF2-40B4-BE49-F238E27FC236}">
                <a16:creationId xmlns:a16="http://schemas.microsoft.com/office/drawing/2014/main" id="{C0B06065-DFA2-449E-765D-9717DF1C8F3C}"/>
              </a:ext>
            </a:extLst>
          </p:cNvPr>
          <p:cNvGrpSpPr/>
          <p:nvPr userDrawn="1"/>
        </p:nvGrpSpPr>
        <p:grpSpPr>
          <a:xfrm>
            <a:off x="4395751" y="1423283"/>
            <a:ext cx="7570193" cy="4225392"/>
            <a:chOff x="467446" y="327518"/>
            <a:chExt cx="8907378" cy="715085"/>
          </a:xfrm>
        </p:grpSpPr>
        <p:pic>
          <p:nvPicPr>
            <p:cNvPr id="4" name="Picture 3">
              <a:extLst>
                <a:ext uri="{FF2B5EF4-FFF2-40B4-BE49-F238E27FC236}">
                  <a16:creationId xmlns:a16="http://schemas.microsoft.com/office/drawing/2014/main" id="{3C3F4DB8-7DCE-BFE0-1A81-C596F9058D10}"/>
                </a:ext>
              </a:extLst>
            </p:cNvPr>
            <p:cNvPicPr>
              <a:picLocks noChangeAspect="1"/>
            </p:cNvPicPr>
            <p:nvPr/>
          </p:nvPicPr>
          <p:blipFill>
            <a:blip r:embed="rId3"/>
            <a:stretch>
              <a:fillRect/>
            </a:stretch>
          </p:blipFill>
          <p:spPr>
            <a:xfrm>
              <a:off x="467446" y="327518"/>
              <a:ext cx="8907378" cy="715085"/>
            </a:xfrm>
            <a:prstGeom prst="rect">
              <a:avLst/>
            </a:prstGeom>
          </p:spPr>
        </p:pic>
        <p:sp>
          <p:nvSpPr>
            <p:cNvPr id="5" name="TextBox 4">
              <a:extLst>
                <a:ext uri="{FF2B5EF4-FFF2-40B4-BE49-F238E27FC236}">
                  <a16:creationId xmlns:a16="http://schemas.microsoft.com/office/drawing/2014/main" id="{775763B0-EA06-9F2F-0570-5D49BBD5A7FE}"/>
                </a:ext>
              </a:extLst>
            </p:cNvPr>
            <p:cNvSpPr txBox="1"/>
            <p:nvPr/>
          </p:nvSpPr>
          <p:spPr>
            <a:xfrm>
              <a:off x="588581" y="541813"/>
              <a:ext cx="184731" cy="365549"/>
            </a:xfrm>
            <a:prstGeom prst="rect">
              <a:avLst/>
            </a:prstGeom>
            <a:noFill/>
          </p:spPr>
          <p:txBody>
            <a:bodyPr wrap="none" rtlCol="0">
              <a:spAutoFit/>
            </a:bodyPr>
            <a:lstStyle/>
            <a:p>
              <a:pPr>
                <a:lnSpc>
                  <a:spcPts val="2100"/>
                </a:lnSpc>
              </a:pPr>
              <a:endParaRPr lang="en-US" sz="2400" b="1" dirty="0">
                <a:solidFill>
                  <a:srgbClr val="FFFFFF"/>
                </a:solidFill>
                <a:latin typeface="Georgia" pitchFamily="34" charset="0"/>
              </a:endParaRPr>
            </a:p>
          </p:txBody>
        </p:sp>
      </p:grpSp>
      <p:sp>
        <p:nvSpPr>
          <p:cNvPr id="7" name="Text Placeholder 6">
            <a:extLst>
              <a:ext uri="{FF2B5EF4-FFF2-40B4-BE49-F238E27FC236}">
                <a16:creationId xmlns:a16="http://schemas.microsoft.com/office/drawing/2014/main" id="{7CB21F69-867E-648D-1C13-4FDC79DC5267}"/>
              </a:ext>
            </a:extLst>
          </p:cNvPr>
          <p:cNvSpPr>
            <a:spLocks noGrp="1"/>
          </p:cNvSpPr>
          <p:nvPr>
            <p:ph type="body" sz="quarter" idx="15" hasCustomPrompt="1"/>
          </p:nvPr>
        </p:nvSpPr>
        <p:spPr>
          <a:xfrm>
            <a:off x="4522552" y="1582762"/>
            <a:ext cx="7287331" cy="348356"/>
          </a:xfrm>
          <a:prstGeom prst="rect">
            <a:avLst/>
          </a:prstGeom>
        </p:spPr>
        <p:txBody>
          <a:bodyPr/>
          <a:lstStyle>
            <a:lvl1pPr>
              <a:buNone/>
              <a:defRPr lang="en-US" sz="1800" b="1" kern="1200" dirty="0" smtClean="0">
                <a:solidFill>
                  <a:srgbClr val="FFFFFF"/>
                </a:solidFill>
                <a:latin typeface="Georgia" pitchFamily="34" charset="0"/>
                <a:ea typeface="+mn-ea"/>
                <a:cs typeface="+mn-cs"/>
              </a:defRPr>
            </a:lvl1pPr>
          </a:lstStyle>
          <a:p>
            <a:pPr lvl="0"/>
            <a:r>
              <a:rPr lang="en-US" dirty="0"/>
              <a:t>Title of Announcement</a:t>
            </a:r>
          </a:p>
        </p:txBody>
      </p:sp>
      <p:sp>
        <p:nvSpPr>
          <p:cNvPr id="8" name="Text Placeholder 7">
            <a:extLst>
              <a:ext uri="{FF2B5EF4-FFF2-40B4-BE49-F238E27FC236}">
                <a16:creationId xmlns:a16="http://schemas.microsoft.com/office/drawing/2014/main" id="{5F4D3206-DF66-C990-F4CC-021D430F4C32}"/>
              </a:ext>
            </a:extLst>
          </p:cNvPr>
          <p:cNvSpPr>
            <a:spLocks noGrp="1"/>
          </p:cNvSpPr>
          <p:nvPr>
            <p:ph type="body" sz="quarter" idx="16" hasCustomPrompt="1"/>
          </p:nvPr>
        </p:nvSpPr>
        <p:spPr>
          <a:xfrm>
            <a:off x="999096" y="5648675"/>
            <a:ext cx="3286902" cy="348356"/>
          </a:xfrm>
        </p:spPr>
        <p:txBody>
          <a:bodyPr/>
          <a:lstStyle>
            <a:lvl1pPr>
              <a:defRPr lang="en-US" sz="1800" b="1" kern="1200" dirty="0" smtClean="0">
                <a:solidFill>
                  <a:srgbClr val="FFFFFF"/>
                </a:solidFill>
                <a:latin typeface="Georgia" pitchFamily="34" charset="0"/>
                <a:ea typeface="+mn-ea"/>
                <a:cs typeface="+mn-cs"/>
              </a:defRPr>
            </a:lvl1pPr>
            <a:lvl2pPr>
              <a:defRPr lang="en-US" sz="1800" b="1" kern="1200" dirty="0" smtClean="0">
                <a:solidFill>
                  <a:srgbClr val="FFFFFF"/>
                </a:solidFill>
                <a:latin typeface="Georgia" pitchFamily="34" charset="0"/>
                <a:ea typeface="+mn-ea"/>
                <a:cs typeface="+mn-cs"/>
              </a:defRPr>
            </a:lvl2pPr>
            <a:lvl3pPr>
              <a:defRPr lang="en-US" sz="1800" b="1" kern="1200" dirty="0" smtClean="0">
                <a:solidFill>
                  <a:srgbClr val="FFFFFF"/>
                </a:solidFill>
                <a:latin typeface="Georgia" pitchFamily="34" charset="0"/>
                <a:ea typeface="+mn-ea"/>
                <a:cs typeface="+mn-cs"/>
              </a:defRPr>
            </a:lvl3pPr>
            <a:lvl4pPr>
              <a:defRPr lang="en-US" sz="1800" b="1" kern="1200" dirty="0" smtClean="0">
                <a:solidFill>
                  <a:srgbClr val="FFFFFF"/>
                </a:solidFill>
                <a:latin typeface="Georgia" pitchFamily="34" charset="0"/>
                <a:ea typeface="+mn-ea"/>
                <a:cs typeface="+mn-cs"/>
              </a:defRPr>
            </a:lvl4pPr>
            <a:lvl5pPr>
              <a:defRPr lang="en-US" sz="1800" b="1" kern="1200" dirty="0" smtClean="0">
                <a:solidFill>
                  <a:srgbClr val="FFFFFF"/>
                </a:solidFill>
                <a:latin typeface="Georgia" pitchFamily="34" charset="0"/>
                <a:ea typeface="+mn-ea"/>
                <a:cs typeface="+mn-cs"/>
              </a:defRPr>
            </a:lvl5pPr>
          </a:lstStyle>
          <a:p>
            <a:pPr marL="228600" lvl="0" indent="0" algn="l" defTabSz="914400" rtl="0" eaLnBrk="1" latinLnBrk="0" hangingPunct="1">
              <a:lnSpc>
                <a:spcPct val="90000"/>
              </a:lnSpc>
              <a:spcBef>
                <a:spcPts val="1000"/>
              </a:spcBef>
              <a:buFont typeface="Arial" panose="020B0604020202020204" pitchFamily="34" charset="0"/>
              <a:buNone/>
            </a:pPr>
            <a:r>
              <a:rPr lang="en-US" dirty="0"/>
              <a:t>By: Name</a:t>
            </a:r>
          </a:p>
        </p:txBody>
      </p:sp>
      <p:sp>
        <p:nvSpPr>
          <p:cNvPr id="11" name="Content Placeholder 10">
            <a:extLst>
              <a:ext uri="{FF2B5EF4-FFF2-40B4-BE49-F238E27FC236}">
                <a16:creationId xmlns:a16="http://schemas.microsoft.com/office/drawing/2014/main" id="{1C0489CB-6E4C-4E70-52F0-8C1EA588D460}"/>
              </a:ext>
            </a:extLst>
          </p:cNvPr>
          <p:cNvSpPr>
            <a:spLocks noGrp="1"/>
          </p:cNvSpPr>
          <p:nvPr>
            <p:ph sz="quarter" idx="17" hasCustomPrompt="1"/>
          </p:nvPr>
        </p:nvSpPr>
        <p:spPr>
          <a:xfrm>
            <a:off x="4522553" y="2194897"/>
            <a:ext cx="7287331" cy="3299170"/>
          </a:xfrm>
        </p:spPr>
        <p:txBody>
          <a:bodyPr/>
          <a:lstStyle>
            <a:lvl1pPr>
              <a:defRPr lang="en-US" sz="1800" b="1" kern="1200" dirty="0" smtClean="0">
                <a:solidFill>
                  <a:srgbClr val="FFFFFF"/>
                </a:solidFill>
                <a:latin typeface="Georgia" pitchFamily="34" charset="0"/>
                <a:ea typeface="+mn-ea"/>
                <a:cs typeface="+mn-cs"/>
              </a:defRPr>
            </a:lvl1pPr>
            <a:lvl2pPr>
              <a:defRPr lang="en-US" sz="1800" b="1" kern="1200" dirty="0" smtClean="0">
                <a:solidFill>
                  <a:srgbClr val="FFFFFF"/>
                </a:solidFill>
                <a:latin typeface="Georgia" pitchFamily="34" charset="0"/>
                <a:ea typeface="+mn-ea"/>
                <a:cs typeface="+mn-cs"/>
              </a:defRPr>
            </a:lvl2pPr>
            <a:lvl3pPr>
              <a:defRPr lang="en-US" sz="1800" b="1" kern="1200" dirty="0" smtClean="0">
                <a:solidFill>
                  <a:srgbClr val="FFFFFF"/>
                </a:solidFill>
                <a:latin typeface="Georgia" pitchFamily="34" charset="0"/>
                <a:ea typeface="+mn-ea"/>
                <a:cs typeface="+mn-cs"/>
              </a:defRPr>
            </a:lvl3pPr>
            <a:lvl4pPr>
              <a:defRPr lang="en-US" sz="1800" b="1" kern="1200" dirty="0" smtClean="0">
                <a:solidFill>
                  <a:srgbClr val="FFFFFF"/>
                </a:solidFill>
                <a:latin typeface="Georgia" pitchFamily="34" charset="0"/>
                <a:ea typeface="+mn-ea"/>
                <a:cs typeface="+mn-cs"/>
              </a:defRPr>
            </a:lvl4pPr>
            <a:lvl5pPr>
              <a:defRPr lang="en-US" sz="1800" b="1" kern="1200" dirty="0" smtClean="0">
                <a:solidFill>
                  <a:srgbClr val="FFFFFF"/>
                </a:solidFill>
                <a:latin typeface="Georgia" pitchFamily="34" charset="0"/>
                <a:ea typeface="+mn-ea"/>
                <a:cs typeface="+mn-cs"/>
              </a:defRPr>
            </a:lvl5pPr>
          </a:lstStyle>
          <a:p>
            <a:pPr marL="228600" lvl="0" indent="0" algn="l" defTabSz="914400" rtl="0" eaLnBrk="1" latinLnBrk="0" hangingPunct="1">
              <a:lnSpc>
                <a:spcPct val="90000"/>
              </a:lnSpc>
              <a:spcBef>
                <a:spcPts val="1000"/>
              </a:spcBef>
              <a:buFont typeface="Arial" panose="020B0604020202020204" pitchFamily="34" charset="0"/>
              <a:buNone/>
            </a:pPr>
            <a:r>
              <a:rPr lang="en-US" dirty="0"/>
              <a:t>Content</a:t>
            </a:r>
          </a:p>
        </p:txBody>
      </p:sp>
    </p:spTree>
    <p:extLst>
      <p:ext uri="{BB962C8B-B14F-4D97-AF65-F5344CB8AC3E}">
        <p14:creationId xmlns:p14="http://schemas.microsoft.com/office/powerpoint/2010/main" val="3948925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and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3"/>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4"/>
          <a:srcRect/>
          <a:stretch/>
        </p:blipFill>
        <p:spPr>
          <a:xfrm>
            <a:off x="9694624" y="389537"/>
            <a:ext cx="2077465" cy="486127"/>
          </a:xfrm>
          <a:prstGeom prst="rect">
            <a:avLst/>
          </a:prstGeom>
        </p:spPr>
      </p:pic>
      <p:grpSp>
        <p:nvGrpSpPr>
          <p:cNvPr id="3" name="Group 2">
            <a:extLst>
              <a:ext uri="{FF2B5EF4-FFF2-40B4-BE49-F238E27FC236}">
                <a16:creationId xmlns:a16="http://schemas.microsoft.com/office/drawing/2014/main" id="{C0B06065-DFA2-449E-765D-9717DF1C8F3C}"/>
              </a:ext>
            </a:extLst>
          </p:cNvPr>
          <p:cNvGrpSpPr/>
          <p:nvPr userDrawn="1"/>
        </p:nvGrpSpPr>
        <p:grpSpPr>
          <a:xfrm>
            <a:off x="5605670" y="1404730"/>
            <a:ext cx="6360274" cy="4243945"/>
            <a:chOff x="467446" y="327518"/>
            <a:chExt cx="8907378" cy="715085"/>
          </a:xfrm>
        </p:grpSpPr>
        <p:pic>
          <p:nvPicPr>
            <p:cNvPr id="4" name="Picture 3">
              <a:extLst>
                <a:ext uri="{FF2B5EF4-FFF2-40B4-BE49-F238E27FC236}">
                  <a16:creationId xmlns:a16="http://schemas.microsoft.com/office/drawing/2014/main" id="{3C3F4DB8-7DCE-BFE0-1A81-C596F9058D10}"/>
                </a:ext>
              </a:extLst>
            </p:cNvPr>
            <p:cNvPicPr>
              <a:picLocks noChangeAspect="1"/>
            </p:cNvPicPr>
            <p:nvPr/>
          </p:nvPicPr>
          <p:blipFill>
            <a:blip r:embed="rId3"/>
            <a:stretch>
              <a:fillRect/>
            </a:stretch>
          </p:blipFill>
          <p:spPr>
            <a:xfrm>
              <a:off x="467446" y="327518"/>
              <a:ext cx="8907378" cy="715085"/>
            </a:xfrm>
            <a:prstGeom prst="rect">
              <a:avLst/>
            </a:prstGeom>
          </p:spPr>
        </p:pic>
        <p:sp>
          <p:nvSpPr>
            <p:cNvPr id="5" name="TextBox 4">
              <a:extLst>
                <a:ext uri="{FF2B5EF4-FFF2-40B4-BE49-F238E27FC236}">
                  <a16:creationId xmlns:a16="http://schemas.microsoft.com/office/drawing/2014/main" id="{775763B0-EA06-9F2F-0570-5D49BBD5A7FE}"/>
                </a:ext>
              </a:extLst>
            </p:cNvPr>
            <p:cNvSpPr txBox="1"/>
            <p:nvPr/>
          </p:nvSpPr>
          <p:spPr>
            <a:xfrm>
              <a:off x="588581" y="541813"/>
              <a:ext cx="184731" cy="365549"/>
            </a:xfrm>
            <a:prstGeom prst="rect">
              <a:avLst/>
            </a:prstGeom>
            <a:noFill/>
          </p:spPr>
          <p:txBody>
            <a:bodyPr wrap="none" rtlCol="0">
              <a:spAutoFit/>
            </a:bodyPr>
            <a:lstStyle/>
            <a:p>
              <a:pPr>
                <a:lnSpc>
                  <a:spcPts val="2100"/>
                </a:lnSpc>
              </a:pPr>
              <a:endParaRPr lang="en-US" sz="2400" b="1" dirty="0">
                <a:solidFill>
                  <a:srgbClr val="FFFFFF"/>
                </a:solidFill>
                <a:latin typeface="Georgia" pitchFamily="34" charset="0"/>
              </a:endParaRPr>
            </a:p>
          </p:txBody>
        </p:sp>
      </p:grpSp>
      <p:sp>
        <p:nvSpPr>
          <p:cNvPr id="7" name="Text Placeholder 6">
            <a:extLst>
              <a:ext uri="{FF2B5EF4-FFF2-40B4-BE49-F238E27FC236}">
                <a16:creationId xmlns:a16="http://schemas.microsoft.com/office/drawing/2014/main" id="{7CB21F69-867E-648D-1C13-4FDC79DC5267}"/>
              </a:ext>
            </a:extLst>
          </p:cNvPr>
          <p:cNvSpPr>
            <a:spLocks noGrp="1"/>
          </p:cNvSpPr>
          <p:nvPr>
            <p:ph type="body" sz="quarter" idx="15" hasCustomPrompt="1"/>
          </p:nvPr>
        </p:nvSpPr>
        <p:spPr>
          <a:xfrm>
            <a:off x="5692166" y="1582762"/>
            <a:ext cx="6117717" cy="348356"/>
          </a:xfrm>
          <a:prstGeom prst="rect">
            <a:avLst/>
          </a:prstGeom>
        </p:spPr>
        <p:txBody>
          <a:bodyPr/>
          <a:lstStyle>
            <a:lvl1pPr>
              <a:buNone/>
              <a:defRPr lang="en-US" sz="1800" b="1" kern="1200" dirty="0" smtClean="0">
                <a:solidFill>
                  <a:srgbClr val="FFFFFF"/>
                </a:solidFill>
                <a:latin typeface="Georgia" pitchFamily="34" charset="0"/>
                <a:ea typeface="+mn-ea"/>
                <a:cs typeface="+mn-cs"/>
              </a:defRPr>
            </a:lvl1pPr>
          </a:lstStyle>
          <a:p>
            <a:pPr lvl="0"/>
            <a:r>
              <a:rPr lang="en-US" dirty="0"/>
              <a:t>Title of Announcement</a:t>
            </a:r>
          </a:p>
        </p:txBody>
      </p:sp>
      <p:sp>
        <p:nvSpPr>
          <p:cNvPr id="8" name="Text Placeholder 7">
            <a:extLst>
              <a:ext uri="{FF2B5EF4-FFF2-40B4-BE49-F238E27FC236}">
                <a16:creationId xmlns:a16="http://schemas.microsoft.com/office/drawing/2014/main" id="{5F4D3206-DF66-C990-F4CC-021D430F4C32}"/>
              </a:ext>
            </a:extLst>
          </p:cNvPr>
          <p:cNvSpPr>
            <a:spLocks noGrp="1"/>
          </p:cNvSpPr>
          <p:nvPr>
            <p:ph type="body" sz="quarter" idx="16" hasCustomPrompt="1"/>
          </p:nvPr>
        </p:nvSpPr>
        <p:spPr>
          <a:xfrm>
            <a:off x="724452" y="5648675"/>
            <a:ext cx="4673600" cy="348356"/>
          </a:xfrm>
        </p:spPr>
        <p:txBody>
          <a:bodyPr/>
          <a:lstStyle>
            <a:lvl1pPr marL="0" indent="0">
              <a:defRPr lang="en-US" sz="1800" b="1" kern="1200" dirty="0" smtClean="0">
                <a:solidFill>
                  <a:srgbClr val="FFFFFF"/>
                </a:solidFill>
                <a:latin typeface="Georgia" pitchFamily="34" charset="0"/>
                <a:ea typeface="+mn-ea"/>
                <a:cs typeface="+mn-cs"/>
              </a:defRPr>
            </a:lvl1pPr>
            <a:lvl2pPr>
              <a:defRPr lang="en-US" sz="1800" b="1" kern="1200" dirty="0" smtClean="0">
                <a:solidFill>
                  <a:srgbClr val="FFFFFF"/>
                </a:solidFill>
                <a:latin typeface="Georgia" pitchFamily="34" charset="0"/>
                <a:ea typeface="+mn-ea"/>
                <a:cs typeface="+mn-cs"/>
              </a:defRPr>
            </a:lvl2pPr>
            <a:lvl3pPr>
              <a:defRPr lang="en-US" sz="1800" b="1" kern="1200" dirty="0" smtClean="0">
                <a:solidFill>
                  <a:srgbClr val="FFFFFF"/>
                </a:solidFill>
                <a:latin typeface="Georgia" pitchFamily="34" charset="0"/>
                <a:ea typeface="+mn-ea"/>
                <a:cs typeface="+mn-cs"/>
              </a:defRPr>
            </a:lvl3pPr>
            <a:lvl4pPr>
              <a:defRPr lang="en-US" sz="1800" b="1" kern="1200" dirty="0" smtClean="0">
                <a:solidFill>
                  <a:srgbClr val="FFFFFF"/>
                </a:solidFill>
                <a:latin typeface="Georgia" pitchFamily="34" charset="0"/>
                <a:ea typeface="+mn-ea"/>
                <a:cs typeface="+mn-cs"/>
              </a:defRPr>
            </a:lvl4pPr>
            <a:lvl5pPr>
              <a:defRPr lang="en-US" sz="1800" b="1" kern="1200" dirty="0" smtClean="0">
                <a:solidFill>
                  <a:srgbClr val="FFFFFF"/>
                </a:solidFill>
                <a:latin typeface="Georgia" pitchFamily="34" charset="0"/>
                <a:ea typeface="+mn-ea"/>
                <a:cs typeface="+mn-cs"/>
              </a:defRPr>
            </a:lvl5pPr>
          </a:lstStyle>
          <a:p>
            <a:pPr marL="228600" lvl="0" indent="0" algn="l" defTabSz="914400" rtl="0" eaLnBrk="1" latinLnBrk="0" hangingPunct="1">
              <a:lnSpc>
                <a:spcPct val="90000"/>
              </a:lnSpc>
              <a:spcBef>
                <a:spcPts val="1000"/>
              </a:spcBef>
              <a:buFont typeface="Arial" panose="020B0604020202020204" pitchFamily="34" charset="0"/>
              <a:buNone/>
            </a:pPr>
            <a:r>
              <a:rPr lang="en-US" dirty="0"/>
              <a:t>By: Name</a:t>
            </a:r>
          </a:p>
        </p:txBody>
      </p:sp>
      <p:sp>
        <p:nvSpPr>
          <p:cNvPr id="11" name="Content Placeholder 10">
            <a:extLst>
              <a:ext uri="{FF2B5EF4-FFF2-40B4-BE49-F238E27FC236}">
                <a16:creationId xmlns:a16="http://schemas.microsoft.com/office/drawing/2014/main" id="{1C0489CB-6E4C-4E70-52F0-8C1EA588D460}"/>
              </a:ext>
            </a:extLst>
          </p:cNvPr>
          <p:cNvSpPr>
            <a:spLocks noGrp="1"/>
          </p:cNvSpPr>
          <p:nvPr>
            <p:ph sz="quarter" idx="17" hasCustomPrompt="1"/>
          </p:nvPr>
        </p:nvSpPr>
        <p:spPr>
          <a:xfrm>
            <a:off x="5692166" y="2194897"/>
            <a:ext cx="6117717" cy="3299170"/>
          </a:xfrm>
        </p:spPr>
        <p:txBody>
          <a:bodyPr/>
          <a:lstStyle>
            <a:lvl1pPr>
              <a:defRPr lang="en-US" sz="1800" b="1" kern="1200" dirty="0" smtClean="0">
                <a:solidFill>
                  <a:srgbClr val="FFFFFF"/>
                </a:solidFill>
                <a:latin typeface="Georgia" pitchFamily="34" charset="0"/>
                <a:ea typeface="+mn-ea"/>
                <a:cs typeface="+mn-cs"/>
              </a:defRPr>
            </a:lvl1pPr>
            <a:lvl2pPr>
              <a:defRPr lang="en-US" sz="1800" b="1" kern="1200" dirty="0" smtClean="0">
                <a:solidFill>
                  <a:srgbClr val="FFFFFF"/>
                </a:solidFill>
                <a:latin typeface="Georgia" pitchFamily="34" charset="0"/>
                <a:ea typeface="+mn-ea"/>
                <a:cs typeface="+mn-cs"/>
              </a:defRPr>
            </a:lvl2pPr>
            <a:lvl3pPr>
              <a:defRPr lang="en-US" sz="1800" b="1" kern="1200" dirty="0" smtClean="0">
                <a:solidFill>
                  <a:srgbClr val="FFFFFF"/>
                </a:solidFill>
                <a:latin typeface="Georgia" pitchFamily="34" charset="0"/>
                <a:ea typeface="+mn-ea"/>
                <a:cs typeface="+mn-cs"/>
              </a:defRPr>
            </a:lvl3pPr>
            <a:lvl4pPr>
              <a:defRPr lang="en-US" sz="1800" b="1" kern="1200" dirty="0" smtClean="0">
                <a:solidFill>
                  <a:srgbClr val="FFFFFF"/>
                </a:solidFill>
                <a:latin typeface="Georgia" pitchFamily="34" charset="0"/>
                <a:ea typeface="+mn-ea"/>
                <a:cs typeface="+mn-cs"/>
              </a:defRPr>
            </a:lvl4pPr>
            <a:lvl5pPr>
              <a:defRPr lang="en-US" sz="1800" b="1" kern="1200" dirty="0" smtClean="0">
                <a:solidFill>
                  <a:srgbClr val="FFFFFF"/>
                </a:solidFill>
                <a:latin typeface="Georgia" pitchFamily="34" charset="0"/>
                <a:ea typeface="+mn-ea"/>
                <a:cs typeface="+mn-cs"/>
              </a:defRPr>
            </a:lvl5pPr>
          </a:lstStyle>
          <a:p>
            <a:pPr marL="228600" lvl="0" indent="0" algn="l" defTabSz="914400" rtl="0" eaLnBrk="1" latinLnBrk="0" hangingPunct="1">
              <a:lnSpc>
                <a:spcPct val="90000"/>
              </a:lnSpc>
              <a:spcBef>
                <a:spcPts val="1000"/>
              </a:spcBef>
              <a:buFont typeface="Arial" panose="020B0604020202020204" pitchFamily="34" charset="0"/>
              <a:buNone/>
            </a:pPr>
            <a:r>
              <a:rPr lang="en-US" dirty="0"/>
              <a:t>Content</a:t>
            </a:r>
          </a:p>
        </p:txBody>
      </p:sp>
    </p:spTree>
    <p:extLst>
      <p:ext uri="{BB962C8B-B14F-4D97-AF65-F5344CB8AC3E}">
        <p14:creationId xmlns:p14="http://schemas.microsoft.com/office/powerpoint/2010/main" val="9207894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and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3"/>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4"/>
          <a:srcRect/>
          <a:stretch/>
        </p:blipFill>
        <p:spPr>
          <a:xfrm>
            <a:off x="9694624" y="389537"/>
            <a:ext cx="2077465" cy="486127"/>
          </a:xfrm>
          <a:prstGeom prst="rect">
            <a:avLst/>
          </a:prstGeom>
        </p:spPr>
      </p:pic>
      <p:grpSp>
        <p:nvGrpSpPr>
          <p:cNvPr id="3" name="Group 2">
            <a:extLst>
              <a:ext uri="{FF2B5EF4-FFF2-40B4-BE49-F238E27FC236}">
                <a16:creationId xmlns:a16="http://schemas.microsoft.com/office/drawing/2014/main" id="{C0B06065-DFA2-449E-765D-9717DF1C8F3C}"/>
              </a:ext>
            </a:extLst>
          </p:cNvPr>
          <p:cNvGrpSpPr/>
          <p:nvPr userDrawn="1"/>
        </p:nvGrpSpPr>
        <p:grpSpPr>
          <a:xfrm>
            <a:off x="4315791" y="1404730"/>
            <a:ext cx="7650153" cy="4243945"/>
            <a:chOff x="467446" y="327518"/>
            <a:chExt cx="8907378" cy="715085"/>
          </a:xfrm>
        </p:grpSpPr>
        <p:pic>
          <p:nvPicPr>
            <p:cNvPr id="4" name="Picture 3">
              <a:extLst>
                <a:ext uri="{FF2B5EF4-FFF2-40B4-BE49-F238E27FC236}">
                  <a16:creationId xmlns:a16="http://schemas.microsoft.com/office/drawing/2014/main" id="{3C3F4DB8-7DCE-BFE0-1A81-C596F9058D10}"/>
                </a:ext>
              </a:extLst>
            </p:cNvPr>
            <p:cNvPicPr>
              <a:picLocks noChangeAspect="1"/>
            </p:cNvPicPr>
            <p:nvPr/>
          </p:nvPicPr>
          <p:blipFill>
            <a:blip r:embed="rId3"/>
            <a:stretch>
              <a:fillRect/>
            </a:stretch>
          </p:blipFill>
          <p:spPr>
            <a:xfrm>
              <a:off x="467446" y="327518"/>
              <a:ext cx="8907378" cy="715085"/>
            </a:xfrm>
            <a:prstGeom prst="rect">
              <a:avLst/>
            </a:prstGeom>
          </p:spPr>
        </p:pic>
        <p:sp>
          <p:nvSpPr>
            <p:cNvPr id="5" name="TextBox 4">
              <a:extLst>
                <a:ext uri="{FF2B5EF4-FFF2-40B4-BE49-F238E27FC236}">
                  <a16:creationId xmlns:a16="http://schemas.microsoft.com/office/drawing/2014/main" id="{775763B0-EA06-9F2F-0570-5D49BBD5A7FE}"/>
                </a:ext>
              </a:extLst>
            </p:cNvPr>
            <p:cNvSpPr txBox="1"/>
            <p:nvPr/>
          </p:nvSpPr>
          <p:spPr>
            <a:xfrm>
              <a:off x="588581" y="541813"/>
              <a:ext cx="184731" cy="365549"/>
            </a:xfrm>
            <a:prstGeom prst="rect">
              <a:avLst/>
            </a:prstGeom>
            <a:noFill/>
          </p:spPr>
          <p:txBody>
            <a:bodyPr wrap="none" rtlCol="0">
              <a:spAutoFit/>
            </a:bodyPr>
            <a:lstStyle/>
            <a:p>
              <a:pPr>
                <a:lnSpc>
                  <a:spcPts val="2100"/>
                </a:lnSpc>
              </a:pPr>
              <a:endParaRPr lang="en-US" sz="2400" b="1" dirty="0">
                <a:solidFill>
                  <a:srgbClr val="FFFFFF"/>
                </a:solidFill>
                <a:latin typeface="Georgia" pitchFamily="34" charset="0"/>
              </a:endParaRPr>
            </a:p>
          </p:txBody>
        </p:sp>
      </p:grpSp>
      <p:sp>
        <p:nvSpPr>
          <p:cNvPr id="7" name="Text Placeholder 6">
            <a:extLst>
              <a:ext uri="{FF2B5EF4-FFF2-40B4-BE49-F238E27FC236}">
                <a16:creationId xmlns:a16="http://schemas.microsoft.com/office/drawing/2014/main" id="{7CB21F69-867E-648D-1C13-4FDC79DC5267}"/>
              </a:ext>
            </a:extLst>
          </p:cNvPr>
          <p:cNvSpPr>
            <a:spLocks noGrp="1"/>
          </p:cNvSpPr>
          <p:nvPr>
            <p:ph type="body" sz="quarter" idx="15" hasCustomPrompt="1"/>
          </p:nvPr>
        </p:nvSpPr>
        <p:spPr>
          <a:xfrm>
            <a:off x="4452730" y="1582762"/>
            <a:ext cx="7357153" cy="348356"/>
          </a:xfrm>
          <a:prstGeom prst="rect">
            <a:avLst/>
          </a:prstGeom>
        </p:spPr>
        <p:txBody>
          <a:bodyPr/>
          <a:lstStyle>
            <a:lvl1pPr>
              <a:buNone/>
              <a:defRPr lang="en-US" sz="1800" b="1" kern="1200" dirty="0" smtClean="0">
                <a:solidFill>
                  <a:srgbClr val="FFFFFF"/>
                </a:solidFill>
                <a:latin typeface="Georgia" pitchFamily="34" charset="0"/>
                <a:ea typeface="+mn-ea"/>
                <a:cs typeface="+mn-cs"/>
              </a:defRPr>
            </a:lvl1pPr>
          </a:lstStyle>
          <a:p>
            <a:pPr lvl="0"/>
            <a:r>
              <a:rPr lang="en-US" dirty="0"/>
              <a:t>Title of Announcement</a:t>
            </a:r>
          </a:p>
        </p:txBody>
      </p:sp>
      <p:sp>
        <p:nvSpPr>
          <p:cNvPr id="8" name="Text Placeholder 7">
            <a:extLst>
              <a:ext uri="{FF2B5EF4-FFF2-40B4-BE49-F238E27FC236}">
                <a16:creationId xmlns:a16="http://schemas.microsoft.com/office/drawing/2014/main" id="{5F4D3206-DF66-C990-F4CC-021D430F4C32}"/>
              </a:ext>
            </a:extLst>
          </p:cNvPr>
          <p:cNvSpPr>
            <a:spLocks noGrp="1"/>
          </p:cNvSpPr>
          <p:nvPr>
            <p:ph type="body" sz="quarter" idx="16" hasCustomPrompt="1"/>
          </p:nvPr>
        </p:nvSpPr>
        <p:spPr>
          <a:xfrm>
            <a:off x="446158" y="4846036"/>
            <a:ext cx="3626678" cy="348356"/>
          </a:xfrm>
        </p:spPr>
        <p:txBody>
          <a:bodyPr/>
          <a:lstStyle>
            <a:lvl1pPr marL="228600" indent="-139700">
              <a:defRPr lang="en-US" sz="1800" b="1" kern="1200" dirty="0" smtClean="0">
                <a:solidFill>
                  <a:srgbClr val="FFFFFF"/>
                </a:solidFill>
                <a:latin typeface="Georgia" pitchFamily="34" charset="0"/>
                <a:ea typeface="+mn-ea"/>
                <a:cs typeface="+mn-cs"/>
              </a:defRPr>
            </a:lvl1pPr>
            <a:lvl2pPr>
              <a:defRPr lang="en-US" sz="1800" b="1" kern="1200" dirty="0" smtClean="0">
                <a:solidFill>
                  <a:srgbClr val="FFFFFF"/>
                </a:solidFill>
                <a:latin typeface="Georgia" pitchFamily="34" charset="0"/>
                <a:ea typeface="+mn-ea"/>
                <a:cs typeface="+mn-cs"/>
              </a:defRPr>
            </a:lvl2pPr>
            <a:lvl3pPr>
              <a:defRPr lang="en-US" sz="1800" b="1" kern="1200" dirty="0" smtClean="0">
                <a:solidFill>
                  <a:srgbClr val="FFFFFF"/>
                </a:solidFill>
                <a:latin typeface="Georgia" pitchFamily="34" charset="0"/>
                <a:ea typeface="+mn-ea"/>
                <a:cs typeface="+mn-cs"/>
              </a:defRPr>
            </a:lvl3pPr>
            <a:lvl4pPr>
              <a:defRPr lang="en-US" sz="1800" b="1" kern="1200" dirty="0" smtClean="0">
                <a:solidFill>
                  <a:srgbClr val="FFFFFF"/>
                </a:solidFill>
                <a:latin typeface="Georgia" pitchFamily="34" charset="0"/>
                <a:ea typeface="+mn-ea"/>
                <a:cs typeface="+mn-cs"/>
              </a:defRPr>
            </a:lvl4pPr>
            <a:lvl5pPr>
              <a:defRPr lang="en-US" sz="1800" b="1" kern="1200" dirty="0" smtClean="0">
                <a:solidFill>
                  <a:srgbClr val="FFFFFF"/>
                </a:solidFill>
                <a:latin typeface="Georgia" pitchFamily="34" charset="0"/>
                <a:ea typeface="+mn-ea"/>
                <a:cs typeface="+mn-cs"/>
              </a:defRPr>
            </a:lvl5pPr>
          </a:lstStyle>
          <a:p>
            <a:pPr marL="228600" lvl="0" indent="0" algn="l" defTabSz="914400" rtl="0" eaLnBrk="1" latinLnBrk="0" hangingPunct="1">
              <a:lnSpc>
                <a:spcPct val="90000"/>
              </a:lnSpc>
              <a:spcBef>
                <a:spcPts val="1000"/>
              </a:spcBef>
              <a:buFont typeface="Arial" panose="020B0604020202020204" pitchFamily="34" charset="0"/>
              <a:buNone/>
            </a:pPr>
            <a:r>
              <a:rPr lang="en-US" dirty="0"/>
              <a:t>By: Name</a:t>
            </a:r>
          </a:p>
        </p:txBody>
      </p:sp>
      <p:sp>
        <p:nvSpPr>
          <p:cNvPr id="11" name="Content Placeholder 10">
            <a:extLst>
              <a:ext uri="{FF2B5EF4-FFF2-40B4-BE49-F238E27FC236}">
                <a16:creationId xmlns:a16="http://schemas.microsoft.com/office/drawing/2014/main" id="{1C0489CB-6E4C-4E70-52F0-8C1EA588D460}"/>
              </a:ext>
            </a:extLst>
          </p:cNvPr>
          <p:cNvSpPr>
            <a:spLocks noGrp="1"/>
          </p:cNvSpPr>
          <p:nvPr>
            <p:ph sz="quarter" idx="17" hasCustomPrompt="1"/>
          </p:nvPr>
        </p:nvSpPr>
        <p:spPr>
          <a:xfrm>
            <a:off x="4452730" y="2194897"/>
            <a:ext cx="7357153" cy="3299170"/>
          </a:xfrm>
        </p:spPr>
        <p:txBody>
          <a:bodyPr/>
          <a:lstStyle>
            <a:lvl1pPr>
              <a:defRPr lang="en-US" sz="1800" b="1" kern="1200" dirty="0" smtClean="0">
                <a:solidFill>
                  <a:srgbClr val="FFFFFF"/>
                </a:solidFill>
                <a:latin typeface="Georgia" pitchFamily="34" charset="0"/>
                <a:ea typeface="+mn-ea"/>
                <a:cs typeface="+mn-cs"/>
              </a:defRPr>
            </a:lvl1pPr>
            <a:lvl2pPr>
              <a:defRPr lang="en-US" sz="1800" b="1" kern="1200" dirty="0" smtClean="0">
                <a:solidFill>
                  <a:srgbClr val="FFFFFF"/>
                </a:solidFill>
                <a:latin typeface="Georgia" pitchFamily="34" charset="0"/>
                <a:ea typeface="+mn-ea"/>
                <a:cs typeface="+mn-cs"/>
              </a:defRPr>
            </a:lvl2pPr>
            <a:lvl3pPr>
              <a:defRPr lang="en-US" sz="1800" b="1" kern="1200" dirty="0" smtClean="0">
                <a:solidFill>
                  <a:srgbClr val="FFFFFF"/>
                </a:solidFill>
                <a:latin typeface="Georgia" pitchFamily="34" charset="0"/>
                <a:ea typeface="+mn-ea"/>
                <a:cs typeface="+mn-cs"/>
              </a:defRPr>
            </a:lvl3pPr>
            <a:lvl4pPr>
              <a:defRPr lang="en-US" sz="1800" b="1" kern="1200" dirty="0" smtClean="0">
                <a:solidFill>
                  <a:srgbClr val="FFFFFF"/>
                </a:solidFill>
                <a:latin typeface="Georgia" pitchFamily="34" charset="0"/>
                <a:ea typeface="+mn-ea"/>
                <a:cs typeface="+mn-cs"/>
              </a:defRPr>
            </a:lvl4pPr>
            <a:lvl5pPr>
              <a:defRPr lang="en-US" sz="1800" b="1" kern="1200" dirty="0" smtClean="0">
                <a:solidFill>
                  <a:srgbClr val="FFFFFF"/>
                </a:solidFill>
                <a:latin typeface="Georgia" pitchFamily="34" charset="0"/>
                <a:ea typeface="+mn-ea"/>
                <a:cs typeface="+mn-cs"/>
              </a:defRPr>
            </a:lvl5pPr>
          </a:lstStyle>
          <a:p>
            <a:pPr marL="228600" lvl="0" indent="0" algn="l" defTabSz="914400" rtl="0" eaLnBrk="1" latinLnBrk="0" hangingPunct="1">
              <a:lnSpc>
                <a:spcPct val="90000"/>
              </a:lnSpc>
              <a:spcBef>
                <a:spcPts val="1000"/>
              </a:spcBef>
              <a:buFont typeface="Arial" panose="020B0604020202020204" pitchFamily="34" charset="0"/>
              <a:buNone/>
            </a:pPr>
            <a:r>
              <a:rPr lang="en-US" dirty="0"/>
              <a:t>Content</a:t>
            </a:r>
          </a:p>
        </p:txBody>
      </p:sp>
    </p:spTree>
    <p:extLst>
      <p:ext uri="{BB962C8B-B14F-4D97-AF65-F5344CB8AC3E}">
        <p14:creationId xmlns:p14="http://schemas.microsoft.com/office/powerpoint/2010/main" val="20706903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20097E-EB92-697F-3456-DF15E07186BE}"/>
              </a:ext>
            </a:extLst>
          </p:cNvPr>
          <p:cNvPicPr>
            <a:picLocks noChangeAspect="1"/>
          </p:cNvPicPr>
          <p:nvPr userDrawn="1"/>
        </p:nvPicPr>
        <p:blipFill>
          <a:blip r:embed="rId2"/>
          <a:stretch>
            <a:fillRect/>
          </a:stretch>
        </p:blipFill>
        <p:spPr>
          <a:xfrm>
            <a:off x="3060" y="6679961"/>
            <a:ext cx="12188940" cy="178040"/>
          </a:xfrm>
          <a:prstGeom prst="rect">
            <a:avLst/>
          </a:prstGeom>
        </p:spPr>
      </p:pic>
      <p:pic>
        <p:nvPicPr>
          <p:cNvPr id="2" name="Picture 1">
            <a:extLst>
              <a:ext uri="{FF2B5EF4-FFF2-40B4-BE49-F238E27FC236}">
                <a16:creationId xmlns:a16="http://schemas.microsoft.com/office/drawing/2014/main" id="{EE41EBA4-CD73-6C0D-D0DF-06BC62E29338}"/>
              </a:ext>
            </a:extLst>
          </p:cNvPr>
          <p:cNvPicPr>
            <a:picLocks noChangeAspect="1"/>
          </p:cNvPicPr>
          <p:nvPr userDrawn="1"/>
        </p:nvPicPr>
        <p:blipFill>
          <a:blip r:embed="rId3"/>
          <a:stretch>
            <a:fillRect/>
          </a:stretch>
        </p:blipFill>
        <p:spPr>
          <a:xfrm>
            <a:off x="10288662" y="290291"/>
            <a:ext cx="1649998" cy="421693"/>
          </a:xfrm>
          <a:prstGeom prst="rect">
            <a:avLst/>
          </a:prstGeom>
        </p:spPr>
      </p:pic>
      <p:sp>
        <p:nvSpPr>
          <p:cNvPr id="4" name="Text Placeholder 3">
            <a:extLst>
              <a:ext uri="{FF2B5EF4-FFF2-40B4-BE49-F238E27FC236}">
                <a16:creationId xmlns:a16="http://schemas.microsoft.com/office/drawing/2014/main" id="{C54D34A4-4455-B4C8-B55D-D9B053CAE222}"/>
              </a:ext>
            </a:extLst>
          </p:cNvPr>
          <p:cNvSpPr>
            <a:spLocks noGrp="1"/>
          </p:cNvSpPr>
          <p:nvPr>
            <p:ph type="body" sz="quarter" idx="11"/>
          </p:nvPr>
        </p:nvSpPr>
        <p:spPr>
          <a:xfrm>
            <a:off x="416604" y="406640"/>
            <a:ext cx="2973388" cy="507831"/>
          </a:xfrm>
        </p:spPr>
        <p:txBody>
          <a:bodyPr vert="horz" lIns="91440" tIns="45720" rIns="91440" bIns="45720" rtlCol="0" anchor="ctr">
            <a:spAutoFit/>
          </a:bodyPr>
          <a:lstStyle>
            <a:lvl1pPr>
              <a:defRPr lang="en-US" sz="3000" dirty="0">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marL="0" lvl="0">
              <a:buNone/>
            </a:pPr>
            <a:r>
              <a:rPr lang="en-US"/>
              <a:t>Click to edit Master text styles</a:t>
            </a:r>
          </a:p>
        </p:txBody>
      </p:sp>
      <p:sp>
        <p:nvSpPr>
          <p:cNvPr id="38" name="Text Placeholder 37">
            <a:extLst>
              <a:ext uri="{FF2B5EF4-FFF2-40B4-BE49-F238E27FC236}">
                <a16:creationId xmlns:a16="http://schemas.microsoft.com/office/drawing/2014/main" id="{D261BFD0-4445-0F9E-E081-994A41370A77}"/>
              </a:ext>
            </a:extLst>
          </p:cNvPr>
          <p:cNvSpPr>
            <a:spLocks noGrp="1"/>
          </p:cNvSpPr>
          <p:nvPr>
            <p:ph type="body" sz="quarter" idx="12" hasCustomPrompt="1"/>
          </p:nvPr>
        </p:nvSpPr>
        <p:spPr>
          <a:xfrm>
            <a:off x="414899" y="952275"/>
            <a:ext cx="988669" cy="258532"/>
          </a:xfrm>
          <a:noFill/>
        </p:spPr>
        <p:txBody>
          <a:bodyPr wrap="none" rtlCol="0">
            <a:spAutoFit/>
          </a:bodyPr>
          <a:lstStyle>
            <a:lvl1pPr>
              <a:buNone/>
              <a:defRPr lang="en-US" sz="1200" dirty="0">
                <a:latin typeface="Noto Sans Medium" panose="020B0502040504020204" pitchFamily="34" charset="0"/>
                <a:ea typeface="Noto Sans Medium" panose="020B0502040504020204" pitchFamily="34" charset="0"/>
                <a:cs typeface="Noto Sans Medium" panose="020B0502040504020204" pitchFamily="34" charset="0"/>
              </a:defRPr>
            </a:lvl1pPr>
          </a:lstStyle>
          <a:p>
            <a:pPr marL="0" lvl="0"/>
            <a:r>
              <a:rPr lang="en-US" dirty="0"/>
              <a:t>Slide subtitle</a:t>
            </a:r>
          </a:p>
        </p:txBody>
      </p:sp>
      <p:sp>
        <p:nvSpPr>
          <p:cNvPr id="41" name="Picture Placeholder 40">
            <a:extLst>
              <a:ext uri="{FF2B5EF4-FFF2-40B4-BE49-F238E27FC236}">
                <a16:creationId xmlns:a16="http://schemas.microsoft.com/office/drawing/2014/main" id="{BA219EFF-4767-0466-2125-9286D6123241}"/>
              </a:ext>
            </a:extLst>
          </p:cNvPr>
          <p:cNvSpPr>
            <a:spLocks noGrp="1"/>
          </p:cNvSpPr>
          <p:nvPr>
            <p:ph type="pic" sz="quarter" idx="13"/>
          </p:nvPr>
        </p:nvSpPr>
        <p:spPr>
          <a:xfrm>
            <a:off x="657745" y="1459224"/>
            <a:ext cx="2044700" cy="1538287"/>
          </a:xfrm>
        </p:spPr>
        <p:txBody>
          <a:bodyPr/>
          <a:lstStyle/>
          <a:p>
            <a:r>
              <a:rPr lang="en-US"/>
              <a:t>Click icon to add picture</a:t>
            </a:r>
          </a:p>
        </p:txBody>
      </p:sp>
      <p:sp>
        <p:nvSpPr>
          <p:cNvPr id="43" name="Text Placeholder 42">
            <a:extLst>
              <a:ext uri="{FF2B5EF4-FFF2-40B4-BE49-F238E27FC236}">
                <a16:creationId xmlns:a16="http://schemas.microsoft.com/office/drawing/2014/main" id="{30E74E6A-4539-C1A5-685A-C70DEEE4ADDF}"/>
              </a:ext>
            </a:extLst>
          </p:cNvPr>
          <p:cNvSpPr>
            <a:spLocks noGrp="1"/>
          </p:cNvSpPr>
          <p:nvPr>
            <p:ph type="body" sz="quarter" idx="14" hasCustomPrompt="1"/>
          </p:nvPr>
        </p:nvSpPr>
        <p:spPr>
          <a:xfrm>
            <a:off x="414899" y="3096438"/>
            <a:ext cx="2287546" cy="258532"/>
          </a:xfrm>
          <a:noFill/>
        </p:spPr>
        <p:txBody>
          <a:bodyPr wrap="square" rtlCol="0">
            <a:spAutoFit/>
          </a:bodyPr>
          <a:lstStyle>
            <a:lvl1pPr>
              <a:buNone/>
              <a:defRPr lang="en-US" sz="1200" dirty="0">
                <a:solidFill>
                  <a:srgbClr val="7DA1C4"/>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lvl="0"/>
            <a:r>
              <a:rPr lang="en-US" dirty="0"/>
              <a:t>Picture 01 title</a:t>
            </a:r>
          </a:p>
        </p:txBody>
      </p:sp>
      <p:sp>
        <p:nvSpPr>
          <p:cNvPr id="45" name="Text Placeholder 44">
            <a:extLst>
              <a:ext uri="{FF2B5EF4-FFF2-40B4-BE49-F238E27FC236}">
                <a16:creationId xmlns:a16="http://schemas.microsoft.com/office/drawing/2014/main" id="{8680C575-892C-F1DF-27AB-44439484D1BA}"/>
              </a:ext>
            </a:extLst>
          </p:cNvPr>
          <p:cNvSpPr>
            <a:spLocks noGrp="1"/>
          </p:cNvSpPr>
          <p:nvPr>
            <p:ph type="body" sz="quarter" idx="15" hasCustomPrompt="1"/>
          </p:nvPr>
        </p:nvSpPr>
        <p:spPr>
          <a:xfrm>
            <a:off x="415005" y="1881100"/>
            <a:ext cx="1265090" cy="674031"/>
          </a:xfrm>
          <a:noFill/>
        </p:spPr>
        <p:txBody>
          <a:bodyPr wrap="none" rtlCol="0">
            <a:spAutoFit/>
          </a:bodyPr>
          <a:lstStyle>
            <a:lvl1pPr>
              <a:buNone/>
              <a:defRPr lang="en-US" sz="4200" dirty="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marL="0" lvl="0"/>
            <a:r>
              <a:rPr lang="en-US" dirty="0"/>
              <a:t>Nr01</a:t>
            </a:r>
          </a:p>
        </p:txBody>
      </p:sp>
      <p:sp>
        <p:nvSpPr>
          <p:cNvPr id="46" name="Picture Placeholder 40">
            <a:extLst>
              <a:ext uri="{FF2B5EF4-FFF2-40B4-BE49-F238E27FC236}">
                <a16:creationId xmlns:a16="http://schemas.microsoft.com/office/drawing/2014/main" id="{8C5066C4-0231-355F-0392-00BEB910F8B1}"/>
              </a:ext>
            </a:extLst>
          </p:cNvPr>
          <p:cNvSpPr>
            <a:spLocks noGrp="1"/>
          </p:cNvSpPr>
          <p:nvPr>
            <p:ph type="pic" sz="quarter" idx="16"/>
          </p:nvPr>
        </p:nvSpPr>
        <p:spPr>
          <a:xfrm>
            <a:off x="3657216" y="1459224"/>
            <a:ext cx="2044700" cy="1538287"/>
          </a:xfrm>
        </p:spPr>
        <p:txBody>
          <a:bodyPr/>
          <a:lstStyle/>
          <a:p>
            <a:r>
              <a:rPr lang="en-US"/>
              <a:t>Click icon to add picture</a:t>
            </a:r>
          </a:p>
        </p:txBody>
      </p:sp>
      <p:sp>
        <p:nvSpPr>
          <p:cNvPr id="47" name="Text Placeholder 42">
            <a:extLst>
              <a:ext uri="{FF2B5EF4-FFF2-40B4-BE49-F238E27FC236}">
                <a16:creationId xmlns:a16="http://schemas.microsoft.com/office/drawing/2014/main" id="{9142422D-3C28-EB34-CF00-F819DD59BA89}"/>
              </a:ext>
            </a:extLst>
          </p:cNvPr>
          <p:cNvSpPr>
            <a:spLocks noGrp="1"/>
          </p:cNvSpPr>
          <p:nvPr>
            <p:ph type="body" sz="quarter" idx="17" hasCustomPrompt="1"/>
          </p:nvPr>
        </p:nvSpPr>
        <p:spPr>
          <a:xfrm>
            <a:off x="3414370" y="3096438"/>
            <a:ext cx="2287546" cy="258532"/>
          </a:xfrm>
          <a:noFill/>
        </p:spPr>
        <p:txBody>
          <a:bodyPr wrap="square" rtlCol="0">
            <a:spAutoFit/>
          </a:bodyPr>
          <a:lstStyle>
            <a:lvl1pPr>
              <a:buNone/>
              <a:defRPr lang="en-US" sz="1200" dirty="0">
                <a:solidFill>
                  <a:srgbClr val="7DA1C4"/>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lvl="0"/>
            <a:r>
              <a:rPr lang="en-US" dirty="0"/>
              <a:t>Picture 02 title</a:t>
            </a:r>
          </a:p>
        </p:txBody>
      </p:sp>
      <p:sp>
        <p:nvSpPr>
          <p:cNvPr id="48" name="Text Placeholder 44">
            <a:extLst>
              <a:ext uri="{FF2B5EF4-FFF2-40B4-BE49-F238E27FC236}">
                <a16:creationId xmlns:a16="http://schemas.microsoft.com/office/drawing/2014/main" id="{FD1598C5-BF0D-2A06-7EA0-A64A54A73974}"/>
              </a:ext>
            </a:extLst>
          </p:cNvPr>
          <p:cNvSpPr>
            <a:spLocks noGrp="1"/>
          </p:cNvSpPr>
          <p:nvPr>
            <p:ph type="body" sz="quarter" idx="18" hasCustomPrompt="1"/>
          </p:nvPr>
        </p:nvSpPr>
        <p:spPr>
          <a:xfrm>
            <a:off x="3414370" y="1881100"/>
            <a:ext cx="1265090" cy="674031"/>
          </a:xfrm>
          <a:noFill/>
        </p:spPr>
        <p:txBody>
          <a:bodyPr wrap="none" rtlCol="0">
            <a:spAutoFit/>
          </a:bodyPr>
          <a:lstStyle>
            <a:lvl1pPr>
              <a:buNone/>
              <a:defRPr lang="en-US" sz="4200" dirty="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marL="0" lvl="0"/>
            <a:r>
              <a:rPr lang="en-US" dirty="0"/>
              <a:t>Nr02</a:t>
            </a:r>
          </a:p>
        </p:txBody>
      </p:sp>
      <p:sp>
        <p:nvSpPr>
          <p:cNvPr id="49" name="Picture Placeholder 40">
            <a:extLst>
              <a:ext uri="{FF2B5EF4-FFF2-40B4-BE49-F238E27FC236}">
                <a16:creationId xmlns:a16="http://schemas.microsoft.com/office/drawing/2014/main" id="{46D3DC12-B108-DB99-2731-1D12603184B0}"/>
              </a:ext>
            </a:extLst>
          </p:cNvPr>
          <p:cNvSpPr>
            <a:spLocks noGrp="1"/>
          </p:cNvSpPr>
          <p:nvPr>
            <p:ph type="pic" sz="quarter" idx="19"/>
          </p:nvPr>
        </p:nvSpPr>
        <p:spPr>
          <a:xfrm>
            <a:off x="6656687" y="1459224"/>
            <a:ext cx="2044700" cy="1538287"/>
          </a:xfrm>
        </p:spPr>
        <p:txBody>
          <a:bodyPr/>
          <a:lstStyle/>
          <a:p>
            <a:r>
              <a:rPr lang="en-US"/>
              <a:t>Click icon to add picture</a:t>
            </a:r>
          </a:p>
        </p:txBody>
      </p:sp>
      <p:sp>
        <p:nvSpPr>
          <p:cNvPr id="50" name="Text Placeholder 42">
            <a:extLst>
              <a:ext uri="{FF2B5EF4-FFF2-40B4-BE49-F238E27FC236}">
                <a16:creationId xmlns:a16="http://schemas.microsoft.com/office/drawing/2014/main" id="{17BFC4E5-5FCF-F2EE-2B3D-3D3BA7DC089C}"/>
              </a:ext>
            </a:extLst>
          </p:cNvPr>
          <p:cNvSpPr>
            <a:spLocks noGrp="1"/>
          </p:cNvSpPr>
          <p:nvPr>
            <p:ph type="body" sz="quarter" idx="20" hasCustomPrompt="1"/>
          </p:nvPr>
        </p:nvSpPr>
        <p:spPr>
          <a:xfrm>
            <a:off x="6413841" y="3102566"/>
            <a:ext cx="2287546" cy="258532"/>
          </a:xfrm>
          <a:noFill/>
        </p:spPr>
        <p:txBody>
          <a:bodyPr wrap="square" rtlCol="0">
            <a:spAutoFit/>
          </a:bodyPr>
          <a:lstStyle>
            <a:lvl1pPr>
              <a:buNone/>
              <a:defRPr lang="en-US" sz="1200" dirty="0">
                <a:solidFill>
                  <a:srgbClr val="7DA1C4"/>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lvl="0"/>
            <a:r>
              <a:rPr lang="en-US" dirty="0"/>
              <a:t>Picture 03 title</a:t>
            </a:r>
          </a:p>
        </p:txBody>
      </p:sp>
      <p:sp>
        <p:nvSpPr>
          <p:cNvPr id="51" name="Text Placeholder 44">
            <a:extLst>
              <a:ext uri="{FF2B5EF4-FFF2-40B4-BE49-F238E27FC236}">
                <a16:creationId xmlns:a16="http://schemas.microsoft.com/office/drawing/2014/main" id="{CB5A6811-7270-F385-4290-42D8A4C63DCF}"/>
              </a:ext>
            </a:extLst>
          </p:cNvPr>
          <p:cNvSpPr>
            <a:spLocks noGrp="1"/>
          </p:cNvSpPr>
          <p:nvPr>
            <p:ph type="body" sz="quarter" idx="21" hasCustomPrompt="1"/>
          </p:nvPr>
        </p:nvSpPr>
        <p:spPr>
          <a:xfrm>
            <a:off x="6413841" y="1881100"/>
            <a:ext cx="1265090" cy="674031"/>
          </a:xfrm>
          <a:noFill/>
        </p:spPr>
        <p:txBody>
          <a:bodyPr wrap="none" rtlCol="0">
            <a:spAutoFit/>
          </a:bodyPr>
          <a:lstStyle>
            <a:lvl1pPr>
              <a:buNone/>
              <a:defRPr lang="en-US" sz="4200" dirty="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marL="0" lvl="0"/>
            <a:r>
              <a:rPr lang="en-US" dirty="0"/>
              <a:t>Nr03</a:t>
            </a:r>
          </a:p>
        </p:txBody>
      </p:sp>
      <p:sp>
        <p:nvSpPr>
          <p:cNvPr id="52" name="Picture Placeholder 40">
            <a:extLst>
              <a:ext uri="{FF2B5EF4-FFF2-40B4-BE49-F238E27FC236}">
                <a16:creationId xmlns:a16="http://schemas.microsoft.com/office/drawing/2014/main" id="{25188059-E097-F763-2DD5-ECA281977F83}"/>
              </a:ext>
            </a:extLst>
          </p:cNvPr>
          <p:cNvSpPr>
            <a:spLocks noGrp="1"/>
          </p:cNvSpPr>
          <p:nvPr>
            <p:ph type="pic" sz="quarter" idx="22"/>
          </p:nvPr>
        </p:nvSpPr>
        <p:spPr>
          <a:xfrm>
            <a:off x="9656158" y="1459224"/>
            <a:ext cx="2044700" cy="1538287"/>
          </a:xfrm>
        </p:spPr>
        <p:txBody>
          <a:bodyPr/>
          <a:lstStyle/>
          <a:p>
            <a:r>
              <a:rPr lang="en-US"/>
              <a:t>Click icon to add picture</a:t>
            </a:r>
          </a:p>
        </p:txBody>
      </p:sp>
      <p:sp>
        <p:nvSpPr>
          <p:cNvPr id="53" name="Text Placeholder 42">
            <a:extLst>
              <a:ext uri="{FF2B5EF4-FFF2-40B4-BE49-F238E27FC236}">
                <a16:creationId xmlns:a16="http://schemas.microsoft.com/office/drawing/2014/main" id="{6F1F5CD9-7459-3A49-823A-9199770E4CAC}"/>
              </a:ext>
            </a:extLst>
          </p:cNvPr>
          <p:cNvSpPr>
            <a:spLocks noGrp="1"/>
          </p:cNvSpPr>
          <p:nvPr>
            <p:ph type="body" sz="quarter" idx="23" hasCustomPrompt="1"/>
          </p:nvPr>
        </p:nvSpPr>
        <p:spPr>
          <a:xfrm>
            <a:off x="9413312" y="3096438"/>
            <a:ext cx="2287546" cy="258532"/>
          </a:xfrm>
          <a:noFill/>
        </p:spPr>
        <p:txBody>
          <a:bodyPr wrap="square" rtlCol="0">
            <a:spAutoFit/>
          </a:bodyPr>
          <a:lstStyle>
            <a:lvl1pPr>
              <a:buNone/>
              <a:defRPr lang="en-US" sz="1200" dirty="0">
                <a:solidFill>
                  <a:srgbClr val="7DA1C4"/>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lvl="0"/>
            <a:r>
              <a:rPr lang="en-US" dirty="0"/>
              <a:t>Picture 04 title</a:t>
            </a:r>
          </a:p>
        </p:txBody>
      </p:sp>
      <p:sp>
        <p:nvSpPr>
          <p:cNvPr id="54" name="Text Placeholder 44">
            <a:extLst>
              <a:ext uri="{FF2B5EF4-FFF2-40B4-BE49-F238E27FC236}">
                <a16:creationId xmlns:a16="http://schemas.microsoft.com/office/drawing/2014/main" id="{5BBBB1AF-866B-1FC4-D66C-D5E15E3288FF}"/>
              </a:ext>
            </a:extLst>
          </p:cNvPr>
          <p:cNvSpPr>
            <a:spLocks noGrp="1"/>
          </p:cNvSpPr>
          <p:nvPr>
            <p:ph type="body" sz="quarter" idx="24" hasCustomPrompt="1"/>
          </p:nvPr>
        </p:nvSpPr>
        <p:spPr>
          <a:xfrm>
            <a:off x="9413418" y="1881100"/>
            <a:ext cx="1265090" cy="674031"/>
          </a:xfrm>
          <a:noFill/>
        </p:spPr>
        <p:txBody>
          <a:bodyPr wrap="none" rtlCol="0">
            <a:spAutoFit/>
          </a:bodyPr>
          <a:lstStyle>
            <a:lvl1pPr>
              <a:buNone/>
              <a:defRPr lang="en-US" sz="4200" dirty="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marL="0" lvl="0"/>
            <a:r>
              <a:rPr lang="en-US" dirty="0"/>
              <a:t>Nr04</a:t>
            </a:r>
          </a:p>
        </p:txBody>
      </p:sp>
      <p:sp>
        <p:nvSpPr>
          <p:cNvPr id="55" name="Picture Placeholder 40">
            <a:extLst>
              <a:ext uri="{FF2B5EF4-FFF2-40B4-BE49-F238E27FC236}">
                <a16:creationId xmlns:a16="http://schemas.microsoft.com/office/drawing/2014/main" id="{F2342C0E-ACD2-CF03-98DD-0C8D32495070}"/>
              </a:ext>
            </a:extLst>
          </p:cNvPr>
          <p:cNvSpPr>
            <a:spLocks noGrp="1"/>
          </p:cNvSpPr>
          <p:nvPr>
            <p:ph type="pic" sz="quarter" idx="25"/>
          </p:nvPr>
        </p:nvSpPr>
        <p:spPr>
          <a:xfrm>
            <a:off x="657745" y="3908533"/>
            <a:ext cx="2044700" cy="1538287"/>
          </a:xfrm>
        </p:spPr>
        <p:txBody>
          <a:bodyPr/>
          <a:lstStyle/>
          <a:p>
            <a:r>
              <a:rPr lang="en-US"/>
              <a:t>Click icon to add picture</a:t>
            </a:r>
          </a:p>
        </p:txBody>
      </p:sp>
      <p:sp>
        <p:nvSpPr>
          <p:cNvPr id="56" name="Text Placeholder 42">
            <a:extLst>
              <a:ext uri="{FF2B5EF4-FFF2-40B4-BE49-F238E27FC236}">
                <a16:creationId xmlns:a16="http://schemas.microsoft.com/office/drawing/2014/main" id="{FAA0281D-6A22-ADE8-CD11-9434C592FE01}"/>
              </a:ext>
            </a:extLst>
          </p:cNvPr>
          <p:cNvSpPr>
            <a:spLocks noGrp="1"/>
          </p:cNvSpPr>
          <p:nvPr>
            <p:ph type="body" sz="quarter" idx="26" hasCustomPrompt="1"/>
          </p:nvPr>
        </p:nvSpPr>
        <p:spPr>
          <a:xfrm>
            <a:off x="414899" y="5545747"/>
            <a:ext cx="2287546" cy="258532"/>
          </a:xfrm>
          <a:noFill/>
        </p:spPr>
        <p:txBody>
          <a:bodyPr wrap="square" rtlCol="0">
            <a:spAutoFit/>
          </a:bodyPr>
          <a:lstStyle>
            <a:lvl1pPr>
              <a:buNone/>
              <a:defRPr lang="en-US" sz="1200" dirty="0">
                <a:solidFill>
                  <a:srgbClr val="7DA1C4"/>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lvl="0"/>
            <a:r>
              <a:rPr lang="en-US" dirty="0"/>
              <a:t>Picture 05 title</a:t>
            </a:r>
          </a:p>
        </p:txBody>
      </p:sp>
      <p:sp>
        <p:nvSpPr>
          <p:cNvPr id="57" name="Text Placeholder 44">
            <a:extLst>
              <a:ext uri="{FF2B5EF4-FFF2-40B4-BE49-F238E27FC236}">
                <a16:creationId xmlns:a16="http://schemas.microsoft.com/office/drawing/2014/main" id="{3B75CBE1-E223-DD00-BD75-1B69D4E39950}"/>
              </a:ext>
            </a:extLst>
          </p:cNvPr>
          <p:cNvSpPr>
            <a:spLocks noGrp="1"/>
          </p:cNvSpPr>
          <p:nvPr>
            <p:ph type="body" sz="quarter" idx="27" hasCustomPrompt="1"/>
          </p:nvPr>
        </p:nvSpPr>
        <p:spPr>
          <a:xfrm>
            <a:off x="415005" y="4330409"/>
            <a:ext cx="1265090" cy="674031"/>
          </a:xfrm>
          <a:noFill/>
        </p:spPr>
        <p:txBody>
          <a:bodyPr wrap="none" rtlCol="0">
            <a:spAutoFit/>
          </a:bodyPr>
          <a:lstStyle>
            <a:lvl1pPr>
              <a:buNone/>
              <a:defRPr lang="en-US" sz="4200" dirty="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marL="0" lvl="0"/>
            <a:r>
              <a:rPr lang="en-US" dirty="0"/>
              <a:t>Nr05</a:t>
            </a:r>
          </a:p>
        </p:txBody>
      </p:sp>
      <p:sp>
        <p:nvSpPr>
          <p:cNvPr id="58" name="Picture Placeholder 40">
            <a:extLst>
              <a:ext uri="{FF2B5EF4-FFF2-40B4-BE49-F238E27FC236}">
                <a16:creationId xmlns:a16="http://schemas.microsoft.com/office/drawing/2014/main" id="{B0D8F0C4-437F-F356-5DCA-92A3CD1E74F8}"/>
              </a:ext>
            </a:extLst>
          </p:cNvPr>
          <p:cNvSpPr>
            <a:spLocks noGrp="1"/>
          </p:cNvSpPr>
          <p:nvPr>
            <p:ph type="pic" sz="quarter" idx="28"/>
          </p:nvPr>
        </p:nvSpPr>
        <p:spPr>
          <a:xfrm>
            <a:off x="3657216" y="3908533"/>
            <a:ext cx="2044700" cy="1538287"/>
          </a:xfrm>
        </p:spPr>
        <p:txBody>
          <a:bodyPr/>
          <a:lstStyle/>
          <a:p>
            <a:r>
              <a:rPr lang="en-US"/>
              <a:t>Click icon to add picture</a:t>
            </a:r>
          </a:p>
        </p:txBody>
      </p:sp>
      <p:sp>
        <p:nvSpPr>
          <p:cNvPr id="59" name="Text Placeholder 42">
            <a:extLst>
              <a:ext uri="{FF2B5EF4-FFF2-40B4-BE49-F238E27FC236}">
                <a16:creationId xmlns:a16="http://schemas.microsoft.com/office/drawing/2014/main" id="{2ABC545B-8128-954E-2A8D-7D93E1D69F6E}"/>
              </a:ext>
            </a:extLst>
          </p:cNvPr>
          <p:cNvSpPr>
            <a:spLocks noGrp="1"/>
          </p:cNvSpPr>
          <p:nvPr>
            <p:ph type="body" sz="quarter" idx="29" hasCustomPrompt="1"/>
          </p:nvPr>
        </p:nvSpPr>
        <p:spPr>
          <a:xfrm>
            <a:off x="3414370" y="5545747"/>
            <a:ext cx="2287546" cy="258532"/>
          </a:xfrm>
          <a:noFill/>
        </p:spPr>
        <p:txBody>
          <a:bodyPr wrap="square" rtlCol="0">
            <a:spAutoFit/>
          </a:bodyPr>
          <a:lstStyle>
            <a:lvl1pPr>
              <a:buNone/>
              <a:defRPr lang="en-US" sz="1200" dirty="0">
                <a:solidFill>
                  <a:srgbClr val="7DA1C4"/>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lvl="0"/>
            <a:r>
              <a:rPr lang="en-US" dirty="0"/>
              <a:t>Picture 06 title</a:t>
            </a:r>
          </a:p>
        </p:txBody>
      </p:sp>
      <p:sp>
        <p:nvSpPr>
          <p:cNvPr id="60" name="Text Placeholder 44">
            <a:extLst>
              <a:ext uri="{FF2B5EF4-FFF2-40B4-BE49-F238E27FC236}">
                <a16:creationId xmlns:a16="http://schemas.microsoft.com/office/drawing/2014/main" id="{9D7DF596-5FF0-A2EF-C754-48D05FB21C59}"/>
              </a:ext>
            </a:extLst>
          </p:cNvPr>
          <p:cNvSpPr>
            <a:spLocks noGrp="1"/>
          </p:cNvSpPr>
          <p:nvPr>
            <p:ph type="body" sz="quarter" idx="30" hasCustomPrompt="1"/>
          </p:nvPr>
        </p:nvSpPr>
        <p:spPr>
          <a:xfrm>
            <a:off x="3414370" y="4330409"/>
            <a:ext cx="1265090" cy="674031"/>
          </a:xfrm>
          <a:noFill/>
        </p:spPr>
        <p:txBody>
          <a:bodyPr wrap="none" rtlCol="0">
            <a:spAutoFit/>
          </a:bodyPr>
          <a:lstStyle>
            <a:lvl1pPr>
              <a:buNone/>
              <a:defRPr lang="en-US" sz="4200" dirty="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marL="0" lvl="0"/>
            <a:r>
              <a:rPr lang="en-US" dirty="0"/>
              <a:t>Nr06</a:t>
            </a:r>
          </a:p>
        </p:txBody>
      </p:sp>
      <p:sp>
        <p:nvSpPr>
          <p:cNvPr id="61" name="Picture Placeholder 40">
            <a:extLst>
              <a:ext uri="{FF2B5EF4-FFF2-40B4-BE49-F238E27FC236}">
                <a16:creationId xmlns:a16="http://schemas.microsoft.com/office/drawing/2014/main" id="{161E11E2-3DFC-83EB-5D5F-59C158E071D1}"/>
              </a:ext>
            </a:extLst>
          </p:cNvPr>
          <p:cNvSpPr>
            <a:spLocks noGrp="1"/>
          </p:cNvSpPr>
          <p:nvPr>
            <p:ph type="pic" sz="quarter" idx="31"/>
          </p:nvPr>
        </p:nvSpPr>
        <p:spPr>
          <a:xfrm>
            <a:off x="6656687" y="3908533"/>
            <a:ext cx="2044700" cy="1538287"/>
          </a:xfrm>
        </p:spPr>
        <p:txBody>
          <a:bodyPr/>
          <a:lstStyle/>
          <a:p>
            <a:r>
              <a:rPr lang="en-US"/>
              <a:t>Click icon to add picture</a:t>
            </a:r>
          </a:p>
        </p:txBody>
      </p:sp>
      <p:sp>
        <p:nvSpPr>
          <p:cNvPr id="62" name="Text Placeholder 42">
            <a:extLst>
              <a:ext uri="{FF2B5EF4-FFF2-40B4-BE49-F238E27FC236}">
                <a16:creationId xmlns:a16="http://schemas.microsoft.com/office/drawing/2014/main" id="{6F3FB5EC-A672-043F-2B15-FDD0EF32B039}"/>
              </a:ext>
            </a:extLst>
          </p:cNvPr>
          <p:cNvSpPr>
            <a:spLocks noGrp="1"/>
          </p:cNvSpPr>
          <p:nvPr>
            <p:ph type="body" sz="quarter" idx="32" hasCustomPrompt="1"/>
          </p:nvPr>
        </p:nvSpPr>
        <p:spPr>
          <a:xfrm>
            <a:off x="6413841" y="5551875"/>
            <a:ext cx="2287546" cy="258532"/>
          </a:xfrm>
          <a:noFill/>
        </p:spPr>
        <p:txBody>
          <a:bodyPr wrap="square" rtlCol="0">
            <a:spAutoFit/>
          </a:bodyPr>
          <a:lstStyle>
            <a:lvl1pPr>
              <a:buNone/>
              <a:defRPr lang="en-US" sz="1200" dirty="0">
                <a:solidFill>
                  <a:srgbClr val="7DA1C4"/>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lvl="0"/>
            <a:r>
              <a:rPr lang="en-US" dirty="0"/>
              <a:t>Picture 07 title</a:t>
            </a:r>
          </a:p>
        </p:txBody>
      </p:sp>
      <p:sp>
        <p:nvSpPr>
          <p:cNvPr id="63" name="Text Placeholder 44">
            <a:extLst>
              <a:ext uri="{FF2B5EF4-FFF2-40B4-BE49-F238E27FC236}">
                <a16:creationId xmlns:a16="http://schemas.microsoft.com/office/drawing/2014/main" id="{27365367-673E-AED9-07F6-4AB966315F5F}"/>
              </a:ext>
            </a:extLst>
          </p:cNvPr>
          <p:cNvSpPr>
            <a:spLocks noGrp="1"/>
          </p:cNvSpPr>
          <p:nvPr>
            <p:ph type="body" sz="quarter" idx="33" hasCustomPrompt="1"/>
          </p:nvPr>
        </p:nvSpPr>
        <p:spPr>
          <a:xfrm>
            <a:off x="6413841" y="4330409"/>
            <a:ext cx="1265090" cy="674031"/>
          </a:xfrm>
          <a:noFill/>
        </p:spPr>
        <p:txBody>
          <a:bodyPr wrap="none" rtlCol="0">
            <a:spAutoFit/>
          </a:bodyPr>
          <a:lstStyle>
            <a:lvl1pPr>
              <a:buNone/>
              <a:defRPr lang="en-US" sz="4200" dirty="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marL="0" lvl="0"/>
            <a:r>
              <a:rPr lang="en-US" dirty="0"/>
              <a:t>Nr07</a:t>
            </a:r>
          </a:p>
        </p:txBody>
      </p:sp>
      <p:sp>
        <p:nvSpPr>
          <p:cNvPr id="64" name="Picture Placeholder 40">
            <a:extLst>
              <a:ext uri="{FF2B5EF4-FFF2-40B4-BE49-F238E27FC236}">
                <a16:creationId xmlns:a16="http://schemas.microsoft.com/office/drawing/2014/main" id="{2E6C82EB-AA54-ED87-07DA-A76500E708DC}"/>
              </a:ext>
            </a:extLst>
          </p:cNvPr>
          <p:cNvSpPr>
            <a:spLocks noGrp="1"/>
          </p:cNvSpPr>
          <p:nvPr>
            <p:ph type="pic" sz="quarter" idx="34"/>
          </p:nvPr>
        </p:nvSpPr>
        <p:spPr>
          <a:xfrm>
            <a:off x="9656158" y="3908533"/>
            <a:ext cx="2044700" cy="1538287"/>
          </a:xfrm>
        </p:spPr>
        <p:txBody>
          <a:bodyPr/>
          <a:lstStyle/>
          <a:p>
            <a:r>
              <a:rPr lang="en-US"/>
              <a:t>Click icon to add picture</a:t>
            </a:r>
          </a:p>
        </p:txBody>
      </p:sp>
      <p:sp>
        <p:nvSpPr>
          <p:cNvPr id="65" name="Text Placeholder 42">
            <a:extLst>
              <a:ext uri="{FF2B5EF4-FFF2-40B4-BE49-F238E27FC236}">
                <a16:creationId xmlns:a16="http://schemas.microsoft.com/office/drawing/2014/main" id="{D2C5DEE2-3CD9-161E-5529-06BD1B4AE1C2}"/>
              </a:ext>
            </a:extLst>
          </p:cNvPr>
          <p:cNvSpPr>
            <a:spLocks noGrp="1"/>
          </p:cNvSpPr>
          <p:nvPr>
            <p:ph type="body" sz="quarter" idx="35" hasCustomPrompt="1"/>
          </p:nvPr>
        </p:nvSpPr>
        <p:spPr>
          <a:xfrm>
            <a:off x="9413312" y="5545747"/>
            <a:ext cx="2287546" cy="258532"/>
          </a:xfrm>
          <a:noFill/>
        </p:spPr>
        <p:txBody>
          <a:bodyPr wrap="square" rtlCol="0">
            <a:spAutoFit/>
          </a:bodyPr>
          <a:lstStyle>
            <a:lvl1pPr>
              <a:buNone/>
              <a:defRPr lang="en-US" sz="1200" dirty="0">
                <a:solidFill>
                  <a:srgbClr val="7DA1C4"/>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lvl="0"/>
            <a:r>
              <a:rPr lang="en-US" dirty="0"/>
              <a:t>Picture 08 title</a:t>
            </a:r>
          </a:p>
        </p:txBody>
      </p:sp>
      <p:sp>
        <p:nvSpPr>
          <p:cNvPr id="66" name="Text Placeholder 44">
            <a:extLst>
              <a:ext uri="{FF2B5EF4-FFF2-40B4-BE49-F238E27FC236}">
                <a16:creationId xmlns:a16="http://schemas.microsoft.com/office/drawing/2014/main" id="{14439CCE-FE8A-D415-6F6A-FAF3BFFBB563}"/>
              </a:ext>
            </a:extLst>
          </p:cNvPr>
          <p:cNvSpPr>
            <a:spLocks noGrp="1"/>
          </p:cNvSpPr>
          <p:nvPr>
            <p:ph type="body" sz="quarter" idx="36" hasCustomPrompt="1"/>
          </p:nvPr>
        </p:nvSpPr>
        <p:spPr>
          <a:xfrm>
            <a:off x="9413418" y="4330409"/>
            <a:ext cx="1265090" cy="674031"/>
          </a:xfrm>
          <a:noFill/>
        </p:spPr>
        <p:txBody>
          <a:bodyPr wrap="none" rtlCol="0">
            <a:spAutoFit/>
          </a:bodyPr>
          <a:lstStyle>
            <a:lvl1pPr>
              <a:buNone/>
              <a:defRPr lang="en-US" sz="4200" dirty="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marL="0" lvl="0"/>
            <a:r>
              <a:rPr lang="en-US" dirty="0"/>
              <a:t>Nr08</a:t>
            </a:r>
          </a:p>
        </p:txBody>
      </p:sp>
      <p:sp>
        <p:nvSpPr>
          <p:cNvPr id="67" name="Text Placeholder 11">
            <a:extLst>
              <a:ext uri="{FF2B5EF4-FFF2-40B4-BE49-F238E27FC236}">
                <a16:creationId xmlns:a16="http://schemas.microsoft.com/office/drawing/2014/main" id="{0EB11459-BFB9-9A64-2BF9-7172A7ED172C}"/>
              </a:ext>
            </a:extLst>
          </p:cNvPr>
          <p:cNvSpPr>
            <a:spLocks noGrp="1"/>
          </p:cNvSpPr>
          <p:nvPr>
            <p:ph type="body" sz="quarter" idx="37" hasCustomPrompt="1"/>
          </p:nvPr>
        </p:nvSpPr>
        <p:spPr>
          <a:xfrm>
            <a:off x="414899" y="6273655"/>
            <a:ext cx="1603324" cy="21994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900" kern="1200" dirty="0">
                <a:solidFill>
                  <a:schemeClr val="tx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900" dirty="0">
                <a:latin typeface="Noto Sans Light" panose="020B0502040504020204" pitchFamily="34" charset="0"/>
                <a:ea typeface="Noto Sans Light" panose="020B0502040504020204" pitchFamily="34" charset="0"/>
                <a:cs typeface="Noto Sans Light" panose="020B0502040504020204" pitchFamily="34" charset="0"/>
              </a:rPr>
              <a:t>subtitle</a:t>
            </a:r>
            <a:endParaRPr lang="en-AE" sz="900" dirty="0">
              <a:latin typeface="Noto Sans Light" panose="020B0502040504020204" pitchFamily="34" charset="0"/>
              <a:ea typeface="Noto Sans Light" panose="020B0502040504020204" pitchFamily="34" charset="0"/>
              <a:cs typeface="Noto Sans Light" panose="020B0502040504020204" pitchFamily="34" charset="0"/>
            </a:endParaRPr>
          </a:p>
        </p:txBody>
      </p:sp>
    </p:spTree>
    <p:extLst>
      <p:ext uri="{BB962C8B-B14F-4D97-AF65-F5344CB8AC3E}">
        <p14:creationId xmlns:p14="http://schemas.microsoft.com/office/powerpoint/2010/main" val="3867088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B57DC-049A-5A98-BF6B-6A64B0F52996}"/>
              </a:ext>
            </a:extLst>
          </p:cNvPr>
          <p:cNvSpPr>
            <a:spLocks noGrp="1"/>
          </p:cNvSpPr>
          <p:nvPr>
            <p:ph type="title"/>
          </p:nvPr>
        </p:nvSpPr>
        <p:spPr>
          <a:xfrm>
            <a:off x="465420" y="418862"/>
            <a:ext cx="4786745" cy="553998"/>
          </a:xfrm>
        </p:spPr>
        <p:txBody>
          <a:bodyPr>
            <a:normAutofit/>
          </a:bodyPr>
          <a:lstStyle>
            <a:lvl1pPr marL="0" algn="l" defTabSz="914400" rtl="0" eaLnBrk="1" latinLnBrk="0" hangingPunct="1">
              <a:defRPr lang="en-US" sz="3000" kern="1200" dirty="0">
                <a:solidFill>
                  <a:schemeClr val="tx1"/>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n-US"/>
              <a:t>Click to edit Master title style</a:t>
            </a:r>
            <a:endParaRPr lang="en-US" dirty="0"/>
          </a:p>
        </p:txBody>
      </p:sp>
      <p:sp>
        <p:nvSpPr>
          <p:cNvPr id="5" name="Text Placeholder 11">
            <a:extLst>
              <a:ext uri="{FF2B5EF4-FFF2-40B4-BE49-F238E27FC236}">
                <a16:creationId xmlns:a16="http://schemas.microsoft.com/office/drawing/2014/main" id="{1598C76A-C93E-18E5-562D-89B2DA23E606}"/>
              </a:ext>
            </a:extLst>
          </p:cNvPr>
          <p:cNvSpPr>
            <a:spLocks noGrp="1"/>
          </p:cNvSpPr>
          <p:nvPr>
            <p:ph type="body" sz="quarter" idx="37" hasCustomPrompt="1"/>
          </p:nvPr>
        </p:nvSpPr>
        <p:spPr>
          <a:xfrm>
            <a:off x="465420" y="6136409"/>
            <a:ext cx="1603324" cy="21994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900" kern="1200" dirty="0">
                <a:solidFill>
                  <a:schemeClr val="tx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900" dirty="0">
                <a:latin typeface="Noto Sans Light" panose="020B0502040504020204" pitchFamily="34" charset="0"/>
                <a:ea typeface="Noto Sans Light" panose="020B0502040504020204" pitchFamily="34" charset="0"/>
                <a:cs typeface="Noto Sans Light" panose="020B0502040504020204" pitchFamily="34" charset="0"/>
              </a:rPr>
              <a:t>subtitle</a:t>
            </a:r>
            <a:endParaRPr lang="en-AE" sz="900" dirty="0">
              <a:latin typeface="Noto Sans Light" panose="020B0502040504020204" pitchFamily="34" charset="0"/>
              <a:ea typeface="Noto Sans Light" panose="020B0502040504020204" pitchFamily="34" charset="0"/>
              <a:cs typeface="Noto Sans Light" panose="020B0502040504020204" pitchFamily="34" charset="0"/>
            </a:endParaRPr>
          </a:p>
        </p:txBody>
      </p:sp>
      <p:pic>
        <p:nvPicPr>
          <p:cNvPr id="6" name="Picture 5">
            <a:extLst>
              <a:ext uri="{FF2B5EF4-FFF2-40B4-BE49-F238E27FC236}">
                <a16:creationId xmlns:a16="http://schemas.microsoft.com/office/drawing/2014/main" id="{1CDF3EB7-C7BD-0876-DBDC-96C225FF0715}"/>
              </a:ext>
            </a:extLst>
          </p:cNvPr>
          <p:cNvPicPr>
            <a:picLocks noChangeAspect="1"/>
          </p:cNvPicPr>
          <p:nvPr userDrawn="1"/>
        </p:nvPicPr>
        <p:blipFill>
          <a:blip r:embed="rId2"/>
          <a:stretch>
            <a:fillRect/>
          </a:stretch>
        </p:blipFill>
        <p:spPr>
          <a:xfrm>
            <a:off x="3060" y="6679961"/>
            <a:ext cx="12188940" cy="178040"/>
          </a:xfrm>
          <a:prstGeom prst="rect">
            <a:avLst/>
          </a:prstGeom>
        </p:spPr>
      </p:pic>
      <p:sp>
        <p:nvSpPr>
          <p:cNvPr id="7" name="Text Placeholder 37">
            <a:extLst>
              <a:ext uri="{FF2B5EF4-FFF2-40B4-BE49-F238E27FC236}">
                <a16:creationId xmlns:a16="http://schemas.microsoft.com/office/drawing/2014/main" id="{BD8CBC7A-0BEF-785E-3169-67588454E69F}"/>
              </a:ext>
            </a:extLst>
          </p:cNvPr>
          <p:cNvSpPr>
            <a:spLocks noGrp="1"/>
          </p:cNvSpPr>
          <p:nvPr>
            <p:ph type="body" sz="quarter" idx="12" hasCustomPrompt="1"/>
          </p:nvPr>
        </p:nvSpPr>
        <p:spPr>
          <a:xfrm>
            <a:off x="465420" y="1005400"/>
            <a:ext cx="988669" cy="258532"/>
          </a:xfrm>
          <a:noFill/>
        </p:spPr>
        <p:txBody>
          <a:bodyPr wrap="none" rtlCol="0">
            <a:spAutoFit/>
          </a:bodyPr>
          <a:lstStyle>
            <a:lvl1pPr>
              <a:buNone/>
              <a:defRPr lang="en-US" sz="1200" dirty="0">
                <a:latin typeface="Noto Sans Medium" panose="020B0502040504020204" pitchFamily="34" charset="0"/>
                <a:ea typeface="Noto Sans Medium" panose="020B0502040504020204" pitchFamily="34" charset="0"/>
                <a:cs typeface="Noto Sans Medium" panose="020B0502040504020204" pitchFamily="34" charset="0"/>
              </a:defRPr>
            </a:lvl1pPr>
          </a:lstStyle>
          <a:p>
            <a:pPr marL="0" lvl="0"/>
            <a:r>
              <a:rPr lang="en-US" dirty="0"/>
              <a:t>Slide subtitle</a:t>
            </a:r>
          </a:p>
        </p:txBody>
      </p:sp>
      <p:pic>
        <p:nvPicPr>
          <p:cNvPr id="8" name="Picture 7">
            <a:extLst>
              <a:ext uri="{FF2B5EF4-FFF2-40B4-BE49-F238E27FC236}">
                <a16:creationId xmlns:a16="http://schemas.microsoft.com/office/drawing/2014/main" id="{AACAF15F-7DCD-3CC4-D078-EDF9B323C97C}"/>
              </a:ext>
            </a:extLst>
          </p:cNvPr>
          <p:cNvPicPr>
            <a:picLocks noChangeAspect="1"/>
          </p:cNvPicPr>
          <p:nvPr userDrawn="1"/>
        </p:nvPicPr>
        <p:blipFill>
          <a:blip r:embed="rId3"/>
          <a:stretch>
            <a:fillRect/>
          </a:stretch>
        </p:blipFill>
        <p:spPr>
          <a:xfrm>
            <a:off x="10288662" y="290291"/>
            <a:ext cx="1649998" cy="421693"/>
          </a:xfrm>
          <a:prstGeom prst="rect">
            <a:avLst/>
          </a:prstGeom>
        </p:spPr>
      </p:pic>
      <p:sp>
        <p:nvSpPr>
          <p:cNvPr id="10" name="Text Placeholder 9">
            <a:extLst>
              <a:ext uri="{FF2B5EF4-FFF2-40B4-BE49-F238E27FC236}">
                <a16:creationId xmlns:a16="http://schemas.microsoft.com/office/drawing/2014/main" id="{4E7044C1-CB7F-D904-2F04-89B3337BB851}"/>
              </a:ext>
            </a:extLst>
          </p:cNvPr>
          <p:cNvSpPr>
            <a:spLocks noGrp="1"/>
          </p:cNvSpPr>
          <p:nvPr>
            <p:ph type="body" sz="quarter" idx="38" hasCustomPrompt="1"/>
          </p:nvPr>
        </p:nvSpPr>
        <p:spPr>
          <a:xfrm>
            <a:off x="465420" y="1839595"/>
            <a:ext cx="6175796" cy="2800767"/>
          </a:xfrm>
          <a:noFill/>
        </p:spPr>
        <p:txBody>
          <a:bodyPr wrap="square">
            <a:spAutoFit/>
          </a:bodyPr>
          <a:lstStyle>
            <a:lvl1pPr marL="0" indent="0" algn="l" defTabSz="914400" rtl="0" eaLnBrk="1" latinLnBrk="0" hangingPunct="1">
              <a:buFont typeface="Arial" panose="020B0604020202020204" pitchFamily="34" charset="0"/>
              <a:buNone/>
              <a:defRPr lang="en-AE" sz="1100" kern="1200" noProof="0" dirty="0" smtClean="0">
                <a:solidFill>
                  <a:schemeClr val="tx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Lorem ipsum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dolor</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sit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amet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consectetuer</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adipiscing</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elit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sed</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diam</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nonummy</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nibh</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euismod</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tincidunt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ut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laoreet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dolore magna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aliquam</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erat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volutpat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Ut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wisi</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enim</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ad minim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veniam</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quis</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nostrud</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exerci</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tation</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ullamcorper</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suscipit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lobortis</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nisl</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ut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aliquip</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ex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ea</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commodo</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consequat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Duis autem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eum</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iriure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dolor</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in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hendrerit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in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vulputate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velit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esse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molestie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consequat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Duis autem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eum</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iriure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dolor</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in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hendrerit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in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vulputate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velit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esse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molestie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consequat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illum dolore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eu</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feugiat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nulla</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facilisis</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vero</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Duis autem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eum</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iriure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dolor</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in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hendrerit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in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vulputate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velit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esse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molestie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consequat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illum dolore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eu</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feugiat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nulla</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facilisis</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vero</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Duis autem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eum</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iriure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dolor</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in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hendrerit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in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vulputate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velit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esse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molestie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consequat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illum dolore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eu</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feugiat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nulla</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facilisis</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vero</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Duis autem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eum</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iriure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dolor</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in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hendrerit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in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vulputate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velit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esse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molestie</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consequat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vel</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illum dolore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eu</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feugiat</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nulla</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facilisis</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at </a:t>
            </a:r>
            <a:r>
              <a:rPr kumimoji="0" lang="en-AE" sz="1100" b="0" i="0" u="none" strike="noStrike" kern="1200" cap="none" spc="0" normalizeH="0" baseline="0" noProof="0" dirty="0" err="1">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vero</a:t>
            </a:r>
            <a:r>
              <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a:t>
            </a:r>
          </a:p>
        </p:txBody>
      </p:sp>
      <p:sp>
        <p:nvSpPr>
          <p:cNvPr id="13" name="Content Placeholder 12">
            <a:extLst>
              <a:ext uri="{FF2B5EF4-FFF2-40B4-BE49-F238E27FC236}">
                <a16:creationId xmlns:a16="http://schemas.microsoft.com/office/drawing/2014/main" id="{58DB6A63-864D-BB74-7D0F-D3225AC93495}"/>
              </a:ext>
            </a:extLst>
          </p:cNvPr>
          <p:cNvSpPr>
            <a:spLocks noGrp="1"/>
          </p:cNvSpPr>
          <p:nvPr>
            <p:ph sz="quarter" idx="39"/>
          </p:nvPr>
        </p:nvSpPr>
        <p:spPr>
          <a:xfrm>
            <a:off x="6716713" y="1839912"/>
            <a:ext cx="5010150" cy="2800449"/>
          </a:xfrm>
          <a:noFill/>
        </p:spPr>
        <p:txBody>
          <a:bodyPr vert="horz" wrap="square" lIns="91440" tIns="45720" rIns="91440" bIns="45720" rtlCol="0">
            <a:noAutofit/>
          </a:bodyPr>
          <a:lstStyle>
            <a:lvl1pP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Tree>
    <p:extLst>
      <p:ext uri="{BB962C8B-B14F-4D97-AF65-F5344CB8AC3E}">
        <p14:creationId xmlns:p14="http://schemas.microsoft.com/office/powerpoint/2010/main" val="28783559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B57DC-049A-5A98-BF6B-6A64B0F52996}"/>
              </a:ext>
            </a:extLst>
          </p:cNvPr>
          <p:cNvSpPr>
            <a:spLocks noGrp="1"/>
          </p:cNvSpPr>
          <p:nvPr>
            <p:ph type="title"/>
          </p:nvPr>
        </p:nvSpPr>
        <p:spPr>
          <a:xfrm>
            <a:off x="465420" y="418862"/>
            <a:ext cx="4786745" cy="553998"/>
          </a:xfrm>
        </p:spPr>
        <p:txBody>
          <a:bodyPr>
            <a:normAutofit/>
          </a:bodyPr>
          <a:lstStyle>
            <a:lvl1pPr marL="0" algn="l" defTabSz="914400" rtl="0" eaLnBrk="1" latinLnBrk="0" hangingPunct="1">
              <a:defRPr lang="en-US" sz="3000" kern="1200" dirty="0">
                <a:solidFill>
                  <a:schemeClr val="tx1"/>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n-US"/>
              <a:t>Click to edit Master title style</a:t>
            </a:r>
            <a:endParaRPr lang="en-US" dirty="0"/>
          </a:p>
        </p:txBody>
      </p:sp>
      <p:sp>
        <p:nvSpPr>
          <p:cNvPr id="5" name="Text Placeholder 11">
            <a:extLst>
              <a:ext uri="{FF2B5EF4-FFF2-40B4-BE49-F238E27FC236}">
                <a16:creationId xmlns:a16="http://schemas.microsoft.com/office/drawing/2014/main" id="{1598C76A-C93E-18E5-562D-89B2DA23E606}"/>
              </a:ext>
            </a:extLst>
          </p:cNvPr>
          <p:cNvSpPr>
            <a:spLocks noGrp="1"/>
          </p:cNvSpPr>
          <p:nvPr>
            <p:ph type="body" sz="quarter" idx="37" hasCustomPrompt="1"/>
          </p:nvPr>
        </p:nvSpPr>
        <p:spPr>
          <a:xfrm>
            <a:off x="465420" y="6136409"/>
            <a:ext cx="1603324" cy="21994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900" kern="1200" dirty="0">
                <a:solidFill>
                  <a:schemeClr val="tx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900" dirty="0">
                <a:latin typeface="Noto Sans Light" panose="020B0502040504020204" pitchFamily="34" charset="0"/>
                <a:ea typeface="Noto Sans Light" panose="020B0502040504020204" pitchFamily="34" charset="0"/>
                <a:cs typeface="Noto Sans Light" panose="020B0502040504020204" pitchFamily="34" charset="0"/>
              </a:rPr>
              <a:t>subtitle</a:t>
            </a:r>
            <a:endParaRPr lang="en-AE" sz="900" dirty="0">
              <a:latin typeface="Noto Sans Light" panose="020B0502040504020204" pitchFamily="34" charset="0"/>
              <a:ea typeface="Noto Sans Light" panose="020B0502040504020204" pitchFamily="34" charset="0"/>
              <a:cs typeface="Noto Sans Light" panose="020B0502040504020204" pitchFamily="34" charset="0"/>
            </a:endParaRPr>
          </a:p>
        </p:txBody>
      </p:sp>
      <p:pic>
        <p:nvPicPr>
          <p:cNvPr id="6" name="Picture 5">
            <a:extLst>
              <a:ext uri="{FF2B5EF4-FFF2-40B4-BE49-F238E27FC236}">
                <a16:creationId xmlns:a16="http://schemas.microsoft.com/office/drawing/2014/main" id="{1CDF3EB7-C7BD-0876-DBDC-96C225FF0715}"/>
              </a:ext>
            </a:extLst>
          </p:cNvPr>
          <p:cNvPicPr>
            <a:picLocks noChangeAspect="1"/>
          </p:cNvPicPr>
          <p:nvPr userDrawn="1"/>
        </p:nvPicPr>
        <p:blipFill>
          <a:blip r:embed="rId2"/>
          <a:stretch>
            <a:fillRect/>
          </a:stretch>
        </p:blipFill>
        <p:spPr>
          <a:xfrm>
            <a:off x="3060" y="6679961"/>
            <a:ext cx="12188940" cy="178040"/>
          </a:xfrm>
          <a:prstGeom prst="rect">
            <a:avLst/>
          </a:prstGeom>
        </p:spPr>
      </p:pic>
      <p:sp>
        <p:nvSpPr>
          <p:cNvPr id="7" name="Text Placeholder 37">
            <a:extLst>
              <a:ext uri="{FF2B5EF4-FFF2-40B4-BE49-F238E27FC236}">
                <a16:creationId xmlns:a16="http://schemas.microsoft.com/office/drawing/2014/main" id="{BD8CBC7A-0BEF-785E-3169-67588454E69F}"/>
              </a:ext>
            </a:extLst>
          </p:cNvPr>
          <p:cNvSpPr>
            <a:spLocks noGrp="1"/>
          </p:cNvSpPr>
          <p:nvPr>
            <p:ph type="body" sz="quarter" idx="12" hasCustomPrompt="1"/>
          </p:nvPr>
        </p:nvSpPr>
        <p:spPr>
          <a:xfrm>
            <a:off x="465420" y="1005400"/>
            <a:ext cx="988669" cy="258532"/>
          </a:xfrm>
          <a:noFill/>
        </p:spPr>
        <p:txBody>
          <a:bodyPr wrap="none" rtlCol="0">
            <a:spAutoFit/>
          </a:bodyPr>
          <a:lstStyle>
            <a:lvl1pPr>
              <a:buNone/>
              <a:defRPr lang="en-US" sz="1200" dirty="0">
                <a:latin typeface="Noto Sans Medium" panose="020B0502040504020204" pitchFamily="34" charset="0"/>
                <a:ea typeface="Noto Sans Medium" panose="020B0502040504020204" pitchFamily="34" charset="0"/>
                <a:cs typeface="Noto Sans Medium" panose="020B0502040504020204" pitchFamily="34" charset="0"/>
              </a:defRPr>
            </a:lvl1pPr>
          </a:lstStyle>
          <a:p>
            <a:pPr marL="0" lvl="0"/>
            <a:r>
              <a:rPr lang="en-US" dirty="0"/>
              <a:t>Slide subtitle</a:t>
            </a:r>
          </a:p>
        </p:txBody>
      </p:sp>
      <p:pic>
        <p:nvPicPr>
          <p:cNvPr id="8" name="Picture 7">
            <a:extLst>
              <a:ext uri="{FF2B5EF4-FFF2-40B4-BE49-F238E27FC236}">
                <a16:creationId xmlns:a16="http://schemas.microsoft.com/office/drawing/2014/main" id="{AACAF15F-7DCD-3CC4-D078-EDF9B323C97C}"/>
              </a:ext>
            </a:extLst>
          </p:cNvPr>
          <p:cNvPicPr>
            <a:picLocks noChangeAspect="1"/>
          </p:cNvPicPr>
          <p:nvPr userDrawn="1"/>
        </p:nvPicPr>
        <p:blipFill>
          <a:blip r:embed="rId3"/>
          <a:stretch>
            <a:fillRect/>
          </a:stretch>
        </p:blipFill>
        <p:spPr>
          <a:xfrm>
            <a:off x="10288662" y="290291"/>
            <a:ext cx="1649998" cy="421693"/>
          </a:xfrm>
          <a:prstGeom prst="rect">
            <a:avLst/>
          </a:prstGeom>
        </p:spPr>
      </p:pic>
      <p:sp>
        <p:nvSpPr>
          <p:cNvPr id="13" name="Content Placeholder 12">
            <a:extLst>
              <a:ext uri="{FF2B5EF4-FFF2-40B4-BE49-F238E27FC236}">
                <a16:creationId xmlns:a16="http://schemas.microsoft.com/office/drawing/2014/main" id="{58DB6A63-864D-BB74-7D0F-D3225AC93495}"/>
              </a:ext>
            </a:extLst>
          </p:cNvPr>
          <p:cNvSpPr>
            <a:spLocks noGrp="1"/>
          </p:cNvSpPr>
          <p:nvPr>
            <p:ph sz="quarter" idx="39"/>
          </p:nvPr>
        </p:nvSpPr>
        <p:spPr>
          <a:xfrm>
            <a:off x="465420" y="1839912"/>
            <a:ext cx="11261443" cy="3744549"/>
          </a:xfrm>
          <a:noFill/>
        </p:spPr>
        <p:txBody>
          <a:bodyPr vert="horz" wrap="square" lIns="91440" tIns="45720" rIns="91440" bIns="45720" rtlCol="0">
            <a:noAutofit/>
          </a:bodyPr>
          <a:lstStyle>
            <a:lvl1pPr>
              <a:defRPr kumimoji="0" lang="en-US" sz="1100" b="0" i="0" u="none" strike="noStrike" cap="none" spc="0" normalizeH="0" baseline="0" dirty="0" smtClean="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defRPr>
            </a:lvl1pPr>
            <a:lvl2pPr>
              <a:defRPr lang="en-US" dirty="0" smtClean="0"/>
            </a:lvl2pPr>
            <a:lvl3pPr>
              <a:defRPr lang="en-US" dirty="0" smtClean="0"/>
            </a:lvl3pPr>
            <a:lvl4pPr>
              <a:defRPr lang="en-US" dirty="0" smtClean="0"/>
            </a:lvl4pPr>
            <a:lvl5pPr>
              <a:defRPr lang="en-US" dirty="0"/>
            </a:lvl5pPr>
          </a:lstStyle>
          <a:p>
            <a:pPr marL="0" marR="0" lvl="0" fontAlgn="auto">
              <a:lnSpc>
                <a:spcPct val="100000"/>
              </a:lnSpc>
              <a:spcBef>
                <a:spcPts val="0"/>
              </a:spcBef>
              <a:spcAft>
                <a:spcPts val="0"/>
              </a:spcAft>
              <a:buClrTx/>
              <a:buSzTx/>
              <a:buFontTx/>
              <a:buNone/>
              <a:tabLst/>
            </a:pPr>
            <a:r>
              <a:rPr lang="en-US"/>
              <a:t>Click to edit Master text styles</a:t>
            </a:r>
          </a:p>
        </p:txBody>
      </p:sp>
    </p:spTree>
    <p:extLst>
      <p:ext uri="{BB962C8B-B14F-4D97-AF65-F5344CB8AC3E}">
        <p14:creationId xmlns:p14="http://schemas.microsoft.com/office/powerpoint/2010/main" val="7390664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2CC6F-AF9A-F292-C2F3-1ED7F050EF20}"/>
              </a:ext>
            </a:extLst>
          </p:cNvPr>
          <p:cNvSpPr>
            <a:spLocks noGrp="1"/>
          </p:cNvSpPr>
          <p:nvPr>
            <p:ph type="title" hasCustomPrompt="1"/>
          </p:nvPr>
        </p:nvSpPr>
        <p:spPr>
          <a:xfrm>
            <a:off x="465419" y="4355534"/>
            <a:ext cx="11210499" cy="1325563"/>
          </a:xfrm>
        </p:spPr>
        <p:txBody>
          <a:bodyPr>
            <a:normAutofit/>
          </a:bodyPr>
          <a:lstStyle>
            <a:lvl1pPr marL="0" algn="l" defTabSz="914400" rtl="0" eaLnBrk="1" latinLnBrk="0" hangingPunct="1">
              <a:defRPr lang="en-US" sz="3000" kern="1200" dirty="0">
                <a:solidFill>
                  <a:srgbClr val="063360"/>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n-US" dirty="0"/>
              <a:t>Number</a:t>
            </a:r>
            <a:br>
              <a:rPr lang="en-US" dirty="0"/>
            </a:br>
            <a:r>
              <a:rPr lang="en-US" dirty="0"/>
              <a:t>Slide title</a:t>
            </a:r>
          </a:p>
        </p:txBody>
      </p:sp>
      <p:pic>
        <p:nvPicPr>
          <p:cNvPr id="4" name="Picture 3">
            <a:extLst>
              <a:ext uri="{FF2B5EF4-FFF2-40B4-BE49-F238E27FC236}">
                <a16:creationId xmlns:a16="http://schemas.microsoft.com/office/drawing/2014/main" id="{03B714A0-A5AF-EF04-8022-4EC9E9FD8493}"/>
              </a:ext>
            </a:extLst>
          </p:cNvPr>
          <p:cNvPicPr>
            <a:picLocks noChangeAspect="1"/>
          </p:cNvPicPr>
          <p:nvPr userDrawn="1"/>
        </p:nvPicPr>
        <p:blipFill>
          <a:blip r:embed="rId2"/>
          <a:stretch>
            <a:fillRect/>
          </a:stretch>
        </p:blipFill>
        <p:spPr>
          <a:xfrm>
            <a:off x="0" y="7955"/>
            <a:ext cx="12188940" cy="4053848"/>
          </a:xfrm>
          <a:prstGeom prst="rect">
            <a:avLst/>
          </a:prstGeom>
        </p:spPr>
      </p:pic>
      <p:sp>
        <p:nvSpPr>
          <p:cNvPr id="7" name="Rectangle 6">
            <a:extLst>
              <a:ext uri="{FF2B5EF4-FFF2-40B4-BE49-F238E27FC236}">
                <a16:creationId xmlns:a16="http://schemas.microsoft.com/office/drawing/2014/main" id="{64753C82-72A5-C93E-43E5-5E09AC2C9386}"/>
              </a:ext>
            </a:extLst>
          </p:cNvPr>
          <p:cNvSpPr/>
          <p:nvPr userDrawn="1"/>
        </p:nvSpPr>
        <p:spPr>
          <a:xfrm>
            <a:off x="8467725" y="1434804"/>
            <a:ext cx="3724275" cy="12001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6" name="Picture 5">
            <a:extLst>
              <a:ext uri="{FF2B5EF4-FFF2-40B4-BE49-F238E27FC236}">
                <a16:creationId xmlns:a16="http://schemas.microsoft.com/office/drawing/2014/main" id="{9190F4EF-6F1A-1E4D-8587-0A56EBA86E0F}"/>
              </a:ext>
            </a:extLst>
          </p:cNvPr>
          <p:cNvPicPr>
            <a:picLocks noChangeAspect="1"/>
          </p:cNvPicPr>
          <p:nvPr userDrawn="1"/>
        </p:nvPicPr>
        <p:blipFill>
          <a:blip r:embed="rId3"/>
          <a:stretch>
            <a:fillRect/>
          </a:stretch>
        </p:blipFill>
        <p:spPr>
          <a:xfrm>
            <a:off x="9043337" y="1704626"/>
            <a:ext cx="2632582" cy="672814"/>
          </a:xfrm>
          <a:prstGeom prst="rect">
            <a:avLst/>
          </a:prstGeom>
        </p:spPr>
      </p:pic>
      <p:sp>
        <p:nvSpPr>
          <p:cNvPr id="8" name="Text Placeholder 11">
            <a:extLst>
              <a:ext uri="{FF2B5EF4-FFF2-40B4-BE49-F238E27FC236}">
                <a16:creationId xmlns:a16="http://schemas.microsoft.com/office/drawing/2014/main" id="{6E40519D-8A73-7D47-3ACE-BE88FC0BE287}"/>
              </a:ext>
            </a:extLst>
          </p:cNvPr>
          <p:cNvSpPr>
            <a:spLocks noGrp="1"/>
          </p:cNvSpPr>
          <p:nvPr>
            <p:ph type="body" sz="quarter" idx="37" hasCustomPrompt="1"/>
          </p:nvPr>
        </p:nvSpPr>
        <p:spPr>
          <a:xfrm>
            <a:off x="465420" y="6136409"/>
            <a:ext cx="1603324" cy="21994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900" kern="1200" dirty="0">
                <a:solidFill>
                  <a:schemeClr val="tx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900" dirty="0">
                <a:latin typeface="Noto Sans Light" panose="020B0502040504020204" pitchFamily="34" charset="0"/>
                <a:ea typeface="Noto Sans Light" panose="020B0502040504020204" pitchFamily="34" charset="0"/>
                <a:cs typeface="Noto Sans Light" panose="020B0502040504020204" pitchFamily="34" charset="0"/>
              </a:rPr>
              <a:t>subtitle</a:t>
            </a:r>
            <a:endParaRPr lang="en-AE" sz="900" dirty="0">
              <a:latin typeface="Noto Sans Light" panose="020B0502040504020204" pitchFamily="34" charset="0"/>
              <a:ea typeface="Noto Sans Light" panose="020B0502040504020204" pitchFamily="34" charset="0"/>
              <a:cs typeface="Noto Sans Light" panose="020B0502040504020204" pitchFamily="34" charset="0"/>
            </a:endParaRPr>
          </a:p>
        </p:txBody>
      </p:sp>
    </p:spTree>
    <p:extLst>
      <p:ext uri="{BB962C8B-B14F-4D97-AF65-F5344CB8AC3E}">
        <p14:creationId xmlns:p14="http://schemas.microsoft.com/office/powerpoint/2010/main" val="41782484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Custom Layout">
    <p:bg>
      <p:bgPr>
        <a:gradFill flip="none" rotWithShape="1">
          <a:gsLst>
            <a:gs pos="37000">
              <a:srgbClr val="063360"/>
            </a:gs>
            <a:gs pos="100000">
              <a:srgbClr val="1E5698"/>
            </a:gs>
          </a:gsLst>
          <a:lin ang="0" scaled="1"/>
          <a:tileRect/>
        </a:gra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A7157CF-0C50-C9A7-2158-FF8DDD926B64}"/>
              </a:ext>
            </a:extLst>
          </p:cNvPr>
          <p:cNvSpPr>
            <a:spLocks noGrp="1"/>
          </p:cNvSpPr>
          <p:nvPr>
            <p:ph type="body" sz="quarter" idx="11" hasCustomPrompt="1"/>
          </p:nvPr>
        </p:nvSpPr>
        <p:spPr>
          <a:xfrm>
            <a:off x="393128" y="487767"/>
            <a:ext cx="9675711" cy="507831"/>
          </a:xfrm>
          <a:noFill/>
        </p:spPr>
        <p:txBody>
          <a:bodyPr wrap="square" rtlCol="0">
            <a:spAutoFit/>
          </a:bodyPr>
          <a:lstStyle>
            <a:lvl1pPr>
              <a:buNone/>
              <a:defRPr lang="en-US" sz="3000" b="1" dirty="0">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marL="0" lvl="0"/>
            <a:r>
              <a:rPr lang="en-US" dirty="0"/>
              <a:t>Slide title</a:t>
            </a:r>
          </a:p>
        </p:txBody>
      </p:sp>
      <p:sp>
        <p:nvSpPr>
          <p:cNvPr id="10" name="Text Placeholder 9">
            <a:extLst>
              <a:ext uri="{FF2B5EF4-FFF2-40B4-BE49-F238E27FC236}">
                <a16:creationId xmlns:a16="http://schemas.microsoft.com/office/drawing/2014/main" id="{FABB18FE-0D8D-9FC4-341F-15A3D5F3ED49}"/>
              </a:ext>
            </a:extLst>
          </p:cNvPr>
          <p:cNvSpPr>
            <a:spLocks noGrp="1"/>
          </p:cNvSpPr>
          <p:nvPr>
            <p:ph type="body" sz="quarter" idx="12" hasCustomPrompt="1"/>
          </p:nvPr>
        </p:nvSpPr>
        <p:spPr>
          <a:xfrm>
            <a:off x="393128" y="1032646"/>
            <a:ext cx="1354201" cy="258532"/>
          </a:xfrm>
          <a:noFill/>
        </p:spPr>
        <p:txBody>
          <a:bodyPr wrap="square" rtlCol="0">
            <a:spAutoFit/>
          </a:bodyPr>
          <a:lstStyle>
            <a:lvl1pPr>
              <a:buNone/>
              <a:defRPr lang="en-US" sz="1200" dirty="0">
                <a:solidFill>
                  <a:schemeClr val="bg1"/>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pPr marL="0" lvl="0"/>
            <a:r>
              <a:rPr lang="en-US" dirty="0"/>
              <a:t>Slide subtitle</a:t>
            </a:r>
          </a:p>
        </p:txBody>
      </p:sp>
      <p:sp>
        <p:nvSpPr>
          <p:cNvPr id="11" name="Text Placeholder 11">
            <a:extLst>
              <a:ext uri="{FF2B5EF4-FFF2-40B4-BE49-F238E27FC236}">
                <a16:creationId xmlns:a16="http://schemas.microsoft.com/office/drawing/2014/main" id="{B5FCB24A-732B-4876-E048-DE77B192EF4F}"/>
              </a:ext>
            </a:extLst>
          </p:cNvPr>
          <p:cNvSpPr>
            <a:spLocks noGrp="1"/>
          </p:cNvSpPr>
          <p:nvPr>
            <p:ph type="body" sz="quarter" idx="37" hasCustomPrompt="1"/>
          </p:nvPr>
        </p:nvSpPr>
        <p:spPr>
          <a:xfrm>
            <a:off x="465420" y="6136409"/>
            <a:ext cx="1603324" cy="21994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900" kern="1200" dirty="0">
                <a:solidFill>
                  <a:schemeClr val="tx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900" dirty="0">
                <a:latin typeface="Noto Sans Light" panose="020B0502040504020204" pitchFamily="34" charset="0"/>
                <a:ea typeface="Noto Sans Light" panose="020B0502040504020204" pitchFamily="34" charset="0"/>
                <a:cs typeface="Noto Sans Light" panose="020B0502040504020204" pitchFamily="34" charset="0"/>
              </a:rPr>
              <a:t>subtitle</a:t>
            </a:r>
            <a:endParaRPr lang="en-AE" sz="900" dirty="0">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13" name="Content Placeholder 12">
            <a:extLst>
              <a:ext uri="{FF2B5EF4-FFF2-40B4-BE49-F238E27FC236}">
                <a16:creationId xmlns:a16="http://schemas.microsoft.com/office/drawing/2014/main" id="{3E6378A5-5E1A-9E1A-7699-FE889435F7E3}"/>
              </a:ext>
            </a:extLst>
          </p:cNvPr>
          <p:cNvSpPr>
            <a:spLocks noGrp="1"/>
          </p:cNvSpPr>
          <p:nvPr>
            <p:ph sz="quarter" idx="38"/>
          </p:nvPr>
        </p:nvSpPr>
        <p:spPr>
          <a:xfrm>
            <a:off x="3202487" y="1371600"/>
            <a:ext cx="8572001" cy="4984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3C8F253A-0587-5866-50C5-52E73A310841}"/>
              </a:ext>
            </a:extLst>
          </p:cNvPr>
          <p:cNvSpPr>
            <a:spLocks noGrp="1"/>
          </p:cNvSpPr>
          <p:nvPr>
            <p:ph type="body" sz="quarter" idx="39"/>
          </p:nvPr>
        </p:nvSpPr>
        <p:spPr>
          <a:xfrm>
            <a:off x="393128" y="3204820"/>
            <a:ext cx="2809359" cy="1318310"/>
          </a:xfrm>
          <a:noFill/>
        </p:spPr>
        <p:txBody>
          <a:bodyPr wrap="none" rtlCol="0">
            <a:spAutoFit/>
          </a:bodyPr>
          <a:lstStyle>
            <a:lvl1pPr marL="0" indent="0" algn="l" defTabSz="914400" rtl="0" eaLnBrk="1" latinLnBrk="0" hangingPunct="1">
              <a:buNone/>
              <a:defRPr lang="en-US" sz="1400" kern="1200" dirty="0" smtClean="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vl2pPr marL="0" indent="0" algn="l" defTabSz="914400" rtl="0" eaLnBrk="1" latinLnBrk="0" hangingPunct="1">
              <a:defRPr lang="en-US" sz="1400" kern="1200" dirty="0" smtClean="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2pPr>
            <a:lvl3pPr marL="0" indent="0" algn="l" defTabSz="914400" rtl="0" eaLnBrk="1" latinLnBrk="0" hangingPunct="1">
              <a:defRPr lang="en-US" sz="1400" kern="1200" dirty="0" smtClean="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3pPr>
            <a:lvl4pPr marL="0" indent="0" algn="l" defTabSz="914400" rtl="0" eaLnBrk="1" latinLnBrk="0" hangingPunct="1">
              <a:defRPr lang="en-US" sz="1400" kern="1200" dirty="0" smtClean="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4pPr>
            <a:lvl5pPr marL="0" indent="0" algn="l" defTabSz="914400" rtl="0" eaLnBrk="1" latinLnBrk="0" hangingPunct="1">
              <a:defRPr lang="en-US" sz="1400" kern="1200" dirty="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5pPr>
          </a:lstStyle>
          <a:p>
            <a:pPr marL="0" lvl="0"/>
            <a:r>
              <a:rPr lang="en-US"/>
              <a:t>Click to edit Master text styles</a:t>
            </a:r>
          </a:p>
          <a:p>
            <a:pPr marL="0" lvl="1"/>
            <a:r>
              <a:rPr lang="en-US"/>
              <a:t>Second level</a:t>
            </a:r>
          </a:p>
          <a:p>
            <a:pPr marL="0" lvl="2"/>
            <a:r>
              <a:rPr lang="en-US"/>
              <a:t>Third level</a:t>
            </a:r>
          </a:p>
          <a:p>
            <a:pPr marL="0" lvl="3"/>
            <a:r>
              <a:rPr lang="en-US"/>
              <a:t>Fourth level</a:t>
            </a:r>
          </a:p>
          <a:p>
            <a:pPr marL="0" lvl="4"/>
            <a:r>
              <a:rPr lang="en-US"/>
              <a:t>Fifth level</a:t>
            </a:r>
            <a:endParaRPr lang="en-US" dirty="0"/>
          </a:p>
        </p:txBody>
      </p:sp>
      <p:sp>
        <p:nvSpPr>
          <p:cNvPr id="18" name="Rectangle 17">
            <a:extLst>
              <a:ext uri="{FF2B5EF4-FFF2-40B4-BE49-F238E27FC236}">
                <a16:creationId xmlns:a16="http://schemas.microsoft.com/office/drawing/2014/main" id="{E35D5E33-AE99-94F3-E71D-538C93780E9B}"/>
              </a:ext>
            </a:extLst>
          </p:cNvPr>
          <p:cNvSpPr/>
          <p:nvPr userDrawn="1"/>
        </p:nvSpPr>
        <p:spPr>
          <a:xfrm>
            <a:off x="9305366" y="370667"/>
            <a:ext cx="2886634" cy="742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7" name="Picture 16">
            <a:extLst>
              <a:ext uri="{FF2B5EF4-FFF2-40B4-BE49-F238E27FC236}">
                <a16:creationId xmlns:a16="http://schemas.microsoft.com/office/drawing/2014/main" id="{3067CCB3-8A41-C434-90FD-44B858408A54}"/>
              </a:ext>
            </a:extLst>
          </p:cNvPr>
          <p:cNvPicPr>
            <a:picLocks noChangeAspect="1"/>
          </p:cNvPicPr>
          <p:nvPr userDrawn="1"/>
        </p:nvPicPr>
        <p:blipFill>
          <a:blip r:embed="rId2"/>
          <a:stretch>
            <a:fillRect/>
          </a:stretch>
        </p:blipFill>
        <p:spPr>
          <a:xfrm>
            <a:off x="9923684" y="530833"/>
            <a:ext cx="1649998" cy="421693"/>
          </a:xfrm>
          <a:prstGeom prst="rect">
            <a:avLst/>
          </a:prstGeom>
        </p:spPr>
      </p:pic>
    </p:spTree>
    <p:extLst>
      <p:ext uri="{BB962C8B-B14F-4D97-AF65-F5344CB8AC3E}">
        <p14:creationId xmlns:p14="http://schemas.microsoft.com/office/powerpoint/2010/main" val="41912486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64D1E-E4D0-5450-22B7-946D6C7651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07034FE3-27F6-DEA9-907F-5A81F6E8FCE0}"/>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272D6B-0CDE-7C7D-5E53-2C087A708372}"/>
              </a:ext>
            </a:extLst>
          </p:cNvPr>
          <p:cNvSpPr>
            <a:spLocks noGrp="1"/>
          </p:cNvSpPr>
          <p:nvPr>
            <p:ph type="dt" sz="half" idx="10"/>
          </p:nvPr>
        </p:nvSpPr>
        <p:spPr/>
        <p:txBody>
          <a:bodyPr/>
          <a:lstStyle/>
          <a:p>
            <a:fld id="{4BA517AB-ABE2-3948-9FD9-67870BFF8AFB}" type="datetimeFigureOut">
              <a:rPr lang="en-AE" smtClean="0"/>
              <a:t>02/09/2026</a:t>
            </a:fld>
            <a:endParaRPr lang="en-AE"/>
          </a:p>
        </p:txBody>
      </p:sp>
      <p:sp>
        <p:nvSpPr>
          <p:cNvPr id="5" name="Footer Placeholder 4">
            <a:extLst>
              <a:ext uri="{FF2B5EF4-FFF2-40B4-BE49-F238E27FC236}">
                <a16:creationId xmlns:a16="http://schemas.microsoft.com/office/drawing/2014/main" id="{69900B18-82A5-107C-0B77-25A6038277CC}"/>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6" name="Slide Number Placeholder 5">
            <a:extLst>
              <a:ext uri="{FF2B5EF4-FFF2-40B4-BE49-F238E27FC236}">
                <a16:creationId xmlns:a16="http://schemas.microsoft.com/office/drawing/2014/main" id="{BE9E71A6-E708-7D82-323E-D98FBABF4FEC}"/>
              </a:ext>
            </a:extLst>
          </p:cNvPr>
          <p:cNvSpPr>
            <a:spLocks noGrp="1"/>
          </p:cNvSpPr>
          <p:nvPr>
            <p:ph type="sldNum" sz="quarter" idx="12"/>
          </p:nvPr>
        </p:nvSpPr>
        <p:spPr>
          <a:xfrm>
            <a:off x="8610600" y="6356350"/>
            <a:ext cx="2743200" cy="365125"/>
          </a:xfrm>
          <a:prstGeom prst="rect">
            <a:avLst/>
          </a:prstGeom>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18963394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CCDF4-6825-ECCD-A1E6-F4462216E350}"/>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70C3F6B0-94F2-0547-26B4-884182D7BF2A}"/>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024654B3-B32A-EDF1-E83F-54C41470EE3B}"/>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5F8ECA29-8BC9-7C17-E5BB-C26C0FF17C12}"/>
              </a:ext>
            </a:extLst>
          </p:cNvPr>
          <p:cNvSpPr>
            <a:spLocks noGrp="1"/>
          </p:cNvSpPr>
          <p:nvPr>
            <p:ph type="dt" sz="half" idx="10"/>
          </p:nvPr>
        </p:nvSpPr>
        <p:spPr/>
        <p:txBody>
          <a:bodyPr/>
          <a:lstStyle/>
          <a:p>
            <a:fld id="{4BA517AB-ABE2-3948-9FD9-67870BFF8AFB}" type="datetimeFigureOut">
              <a:rPr lang="en-AE" smtClean="0"/>
              <a:t>02/09/2026</a:t>
            </a:fld>
            <a:endParaRPr lang="en-AE"/>
          </a:p>
        </p:txBody>
      </p:sp>
      <p:sp>
        <p:nvSpPr>
          <p:cNvPr id="6" name="Footer Placeholder 5">
            <a:extLst>
              <a:ext uri="{FF2B5EF4-FFF2-40B4-BE49-F238E27FC236}">
                <a16:creationId xmlns:a16="http://schemas.microsoft.com/office/drawing/2014/main" id="{9355C965-0E3E-078D-4ADD-802AA1642437}"/>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7" name="Slide Number Placeholder 6">
            <a:extLst>
              <a:ext uri="{FF2B5EF4-FFF2-40B4-BE49-F238E27FC236}">
                <a16:creationId xmlns:a16="http://schemas.microsoft.com/office/drawing/2014/main" id="{67E37B2C-122A-60B8-68F5-A027C4FCD17E}"/>
              </a:ext>
            </a:extLst>
          </p:cNvPr>
          <p:cNvSpPr>
            <a:spLocks noGrp="1"/>
          </p:cNvSpPr>
          <p:nvPr>
            <p:ph type="sldNum" sz="quarter" idx="12"/>
          </p:nvPr>
        </p:nvSpPr>
        <p:spPr>
          <a:xfrm>
            <a:off x="8610600" y="6356350"/>
            <a:ext cx="2743200" cy="365125"/>
          </a:xfrm>
          <a:prstGeom prst="rect">
            <a:avLst/>
          </a:prstGeom>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26362066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08525-7C4F-771D-BD3C-F9772F58B7BC}"/>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CEC702E1-1B9B-B2CF-EB06-822760146C3F}"/>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83FE4E-4182-94B3-ABC5-57901BDB1693}"/>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3642F101-9F63-5017-0C88-CAEEBF5A735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A8B131-9C61-6133-8403-B1D18162265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6919E734-F053-FEF5-7F1A-745275822978}"/>
              </a:ext>
            </a:extLst>
          </p:cNvPr>
          <p:cNvSpPr>
            <a:spLocks noGrp="1"/>
          </p:cNvSpPr>
          <p:nvPr>
            <p:ph type="dt" sz="half" idx="10"/>
          </p:nvPr>
        </p:nvSpPr>
        <p:spPr/>
        <p:txBody>
          <a:bodyPr/>
          <a:lstStyle/>
          <a:p>
            <a:fld id="{4BA517AB-ABE2-3948-9FD9-67870BFF8AFB}" type="datetimeFigureOut">
              <a:rPr lang="en-AE" smtClean="0"/>
              <a:t>02/09/2026</a:t>
            </a:fld>
            <a:endParaRPr lang="en-AE"/>
          </a:p>
        </p:txBody>
      </p:sp>
      <p:sp>
        <p:nvSpPr>
          <p:cNvPr id="8" name="Footer Placeholder 7">
            <a:extLst>
              <a:ext uri="{FF2B5EF4-FFF2-40B4-BE49-F238E27FC236}">
                <a16:creationId xmlns:a16="http://schemas.microsoft.com/office/drawing/2014/main" id="{6E0FFCFD-3D94-DD8E-A9E5-341C200C1295}"/>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9" name="Slide Number Placeholder 8">
            <a:extLst>
              <a:ext uri="{FF2B5EF4-FFF2-40B4-BE49-F238E27FC236}">
                <a16:creationId xmlns:a16="http://schemas.microsoft.com/office/drawing/2014/main" id="{35E71663-A14D-6256-9B91-37C2B3003B86}"/>
              </a:ext>
            </a:extLst>
          </p:cNvPr>
          <p:cNvSpPr>
            <a:spLocks noGrp="1"/>
          </p:cNvSpPr>
          <p:nvPr>
            <p:ph type="sldNum" sz="quarter" idx="12"/>
          </p:nvPr>
        </p:nvSpPr>
        <p:spPr>
          <a:xfrm>
            <a:off x="8610600" y="6356350"/>
            <a:ext cx="2743200" cy="365125"/>
          </a:xfrm>
          <a:prstGeom prst="rect">
            <a:avLst/>
          </a:prstGeom>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3287692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5C657-68E6-CB8A-1821-3B9455BA60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2887BA53-ECDA-CB39-CFD9-40C27191DCBA}"/>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3294BDDA-F873-13A0-3F9B-6A962C399D2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2901AA-E9C6-44DE-AC9B-2A59921878A5}"/>
              </a:ext>
            </a:extLst>
          </p:cNvPr>
          <p:cNvSpPr>
            <a:spLocks noGrp="1"/>
          </p:cNvSpPr>
          <p:nvPr>
            <p:ph type="dt" sz="half" idx="10"/>
          </p:nvPr>
        </p:nvSpPr>
        <p:spPr/>
        <p:txBody>
          <a:bodyPr/>
          <a:lstStyle/>
          <a:p>
            <a:fld id="{4BA517AB-ABE2-3948-9FD9-67870BFF8AFB}" type="datetimeFigureOut">
              <a:rPr lang="en-AE" smtClean="0"/>
              <a:t>02/09/2026</a:t>
            </a:fld>
            <a:endParaRPr lang="en-AE"/>
          </a:p>
        </p:txBody>
      </p:sp>
      <p:sp>
        <p:nvSpPr>
          <p:cNvPr id="6" name="Footer Placeholder 5">
            <a:extLst>
              <a:ext uri="{FF2B5EF4-FFF2-40B4-BE49-F238E27FC236}">
                <a16:creationId xmlns:a16="http://schemas.microsoft.com/office/drawing/2014/main" id="{6378FC26-3F85-8E09-BA67-02CE540F8360}"/>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7" name="Slide Number Placeholder 6">
            <a:extLst>
              <a:ext uri="{FF2B5EF4-FFF2-40B4-BE49-F238E27FC236}">
                <a16:creationId xmlns:a16="http://schemas.microsoft.com/office/drawing/2014/main" id="{46866ABF-8672-14C5-2744-B4BDCD30CE58}"/>
              </a:ext>
            </a:extLst>
          </p:cNvPr>
          <p:cNvSpPr>
            <a:spLocks noGrp="1"/>
          </p:cNvSpPr>
          <p:nvPr>
            <p:ph type="sldNum" sz="quarter" idx="12"/>
          </p:nvPr>
        </p:nvSpPr>
        <p:spPr>
          <a:xfrm>
            <a:off x="8610600" y="6356350"/>
            <a:ext cx="2743200" cy="365125"/>
          </a:xfrm>
          <a:prstGeom prst="rect">
            <a:avLst/>
          </a:prstGeom>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6430317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0F8F-7C27-AC5C-F15C-B219A73113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C9FFF8A4-D850-C4DD-E361-AF6DC6DF941E}"/>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AE"/>
          </a:p>
        </p:txBody>
      </p:sp>
      <p:sp>
        <p:nvSpPr>
          <p:cNvPr id="4" name="Text Placeholder 3">
            <a:extLst>
              <a:ext uri="{FF2B5EF4-FFF2-40B4-BE49-F238E27FC236}">
                <a16:creationId xmlns:a16="http://schemas.microsoft.com/office/drawing/2014/main" id="{B2A962E9-0B99-B601-C286-212502920B0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16E997-A972-517E-184A-60D60572D13F}"/>
              </a:ext>
            </a:extLst>
          </p:cNvPr>
          <p:cNvSpPr>
            <a:spLocks noGrp="1"/>
          </p:cNvSpPr>
          <p:nvPr>
            <p:ph type="dt" sz="half" idx="10"/>
          </p:nvPr>
        </p:nvSpPr>
        <p:spPr/>
        <p:txBody>
          <a:bodyPr/>
          <a:lstStyle/>
          <a:p>
            <a:fld id="{4BA517AB-ABE2-3948-9FD9-67870BFF8AFB}" type="datetimeFigureOut">
              <a:rPr lang="en-AE" smtClean="0"/>
              <a:t>02/09/2026</a:t>
            </a:fld>
            <a:endParaRPr lang="en-AE"/>
          </a:p>
        </p:txBody>
      </p:sp>
      <p:sp>
        <p:nvSpPr>
          <p:cNvPr id="6" name="Footer Placeholder 5">
            <a:extLst>
              <a:ext uri="{FF2B5EF4-FFF2-40B4-BE49-F238E27FC236}">
                <a16:creationId xmlns:a16="http://schemas.microsoft.com/office/drawing/2014/main" id="{F7883C06-CB5D-2F9C-0AC3-2313982CD4A0}"/>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7" name="Slide Number Placeholder 6">
            <a:extLst>
              <a:ext uri="{FF2B5EF4-FFF2-40B4-BE49-F238E27FC236}">
                <a16:creationId xmlns:a16="http://schemas.microsoft.com/office/drawing/2014/main" id="{6221430A-BE8D-C6BA-A322-CA78060F29E6}"/>
              </a:ext>
            </a:extLst>
          </p:cNvPr>
          <p:cNvSpPr>
            <a:spLocks noGrp="1"/>
          </p:cNvSpPr>
          <p:nvPr>
            <p:ph type="sldNum" sz="quarter" idx="12"/>
          </p:nvPr>
        </p:nvSpPr>
        <p:spPr>
          <a:xfrm>
            <a:off x="8610600" y="6356350"/>
            <a:ext cx="2743200" cy="365125"/>
          </a:xfrm>
          <a:prstGeom prst="rect">
            <a:avLst/>
          </a:prstGeom>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1019578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1426-D7FB-ECCE-3580-106EB568EF1E}"/>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99BFBD1A-97B4-8087-6214-6F5D04FB7481}"/>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0506634F-9DA0-2D99-8455-F6A3A85D479B}"/>
              </a:ext>
            </a:extLst>
          </p:cNvPr>
          <p:cNvSpPr>
            <a:spLocks noGrp="1"/>
          </p:cNvSpPr>
          <p:nvPr>
            <p:ph type="dt" sz="half" idx="10"/>
          </p:nvPr>
        </p:nvSpPr>
        <p:spPr/>
        <p:txBody>
          <a:bodyPr/>
          <a:lstStyle/>
          <a:p>
            <a:fld id="{4BA517AB-ABE2-3948-9FD9-67870BFF8AFB}" type="datetimeFigureOut">
              <a:rPr lang="en-AE" smtClean="0"/>
              <a:t>02/09/2026</a:t>
            </a:fld>
            <a:endParaRPr lang="en-AE"/>
          </a:p>
        </p:txBody>
      </p:sp>
      <p:sp>
        <p:nvSpPr>
          <p:cNvPr id="5" name="Footer Placeholder 4">
            <a:extLst>
              <a:ext uri="{FF2B5EF4-FFF2-40B4-BE49-F238E27FC236}">
                <a16:creationId xmlns:a16="http://schemas.microsoft.com/office/drawing/2014/main" id="{26DC0036-0193-EFFA-A972-AB0E7D5E896E}"/>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6" name="Slide Number Placeholder 5">
            <a:extLst>
              <a:ext uri="{FF2B5EF4-FFF2-40B4-BE49-F238E27FC236}">
                <a16:creationId xmlns:a16="http://schemas.microsoft.com/office/drawing/2014/main" id="{E6ED16E3-863D-6D9C-E5BB-CB1196CA87E7}"/>
              </a:ext>
            </a:extLst>
          </p:cNvPr>
          <p:cNvSpPr>
            <a:spLocks noGrp="1"/>
          </p:cNvSpPr>
          <p:nvPr>
            <p:ph type="sldNum" sz="quarter" idx="12"/>
          </p:nvPr>
        </p:nvSpPr>
        <p:spPr>
          <a:xfrm>
            <a:off x="8610600" y="6356350"/>
            <a:ext cx="2743200" cy="365125"/>
          </a:xfrm>
          <a:prstGeom prst="rect">
            <a:avLst/>
          </a:prstGeom>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18899405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0C1649-0BA4-6213-4294-227B4A6FB6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4F9761FA-E67D-EB2A-B8C8-AFC918CDFB53}"/>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4D8B4BC2-8B3B-F275-44D5-45B46CD2C942}"/>
              </a:ext>
            </a:extLst>
          </p:cNvPr>
          <p:cNvSpPr>
            <a:spLocks noGrp="1"/>
          </p:cNvSpPr>
          <p:nvPr>
            <p:ph type="dt" sz="half" idx="10"/>
          </p:nvPr>
        </p:nvSpPr>
        <p:spPr/>
        <p:txBody>
          <a:bodyPr/>
          <a:lstStyle/>
          <a:p>
            <a:fld id="{4BA517AB-ABE2-3948-9FD9-67870BFF8AFB}" type="datetimeFigureOut">
              <a:rPr lang="en-AE" smtClean="0"/>
              <a:t>02/09/2026</a:t>
            </a:fld>
            <a:endParaRPr lang="en-AE"/>
          </a:p>
        </p:txBody>
      </p:sp>
      <p:sp>
        <p:nvSpPr>
          <p:cNvPr id="5" name="Footer Placeholder 4">
            <a:extLst>
              <a:ext uri="{FF2B5EF4-FFF2-40B4-BE49-F238E27FC236}">
                <a16:creationId xmlns:a16="http://schemas.microsoft.com/office/drawing/2014/main" id="{EE36954F-654A-E65F-6A25-5F3D3730C311}"/>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6" name="Slide Number Placeholder 5">
            <a:extLst>
              <a:ext uri="{FF2B5EF4-FFF2-40B4-BE49-F238E27FC236}">
                <a16:creationId xmlns:a16="http://schemas.microsoft.com/office/drawing/2014/main" id="{5012D6D7-CBD7-27A8-D436-FF68C2D902EE}"/>
              </a:ext>
            </a:extLst>
          </p:cNvPr>
          <p:cNvSpPr>
            <a:spLocks noGrp="1"/>
          </p:cNvSpPr>
          <p:nvPr>
            <p:ph type="sldNum" sz="quarter" idx="12"/>
          </p:nvPr>
        </p:nvSpPr>
        <p:spPr>
          <a:xfrm>
            <a:off x="8610600" y="6356350"/>
            <a:ext cx="2743200" cy="365125"/>
          </a:xfrm>
          <a:prstGeom prst="rect">
            <a:avLst/>
          </a:prstGeom>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38550683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71EFD-19C7-FAAF-C539-284D42DC14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D74069-DE1D-66F4-692B-E25A49B8ADB1}"/>
              </a:ext>
            </a:extLst>
          </p:cNvPr>
          <p:cNvSpPr>
            <a:spLocks noGrp="1"/>
          </p:cNvSpPr>
          <p:nvPr>
            <p:ph type="dt" sz="half" idx="10"/>
          </p:nvPr>
        </p:nvSpPr>
        <p:spPr/>
        <p:txBody>
          <a:bodyPr/>
          <a:lstStyle/>
          <a:p>
            <a:r>
              <a:rPr lang="en-US"/>
              <a:t>Presenter: </a:t>
            </a:r>
            <a:fld id="{4BA517AB-ABE2-3948-9FD9-67870BFF8AFB}" type="datetimeFigureOut">
              <a:rPr lang="en-US" smtClean="0"/>
              <a:pPr/>
              <a:t>9/2/2026</a:t>
            </a:fld>
            <a:endParaRPr lang="en-US" dirty="0"/>
          </a:p>
        </p:txBody>
      </p:sp>
    </p:spTree>
    <p:extLst>
      <p:ext uri="{BB962C8B-B14F-4D97-AF65-F5344CB8AC3E}">
        <p14:creationId xmlns:p14="http://schemas.microsoft.com/office/powerpoint/2010/main" val="5048515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962228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080464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10899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27376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553339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7541954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904638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9/2/2026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776715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106578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391891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7081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2.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74BF65-4B4E-8860-2337-A69C3BA8E511}"/>
              </a:ext>
            </a:extLst>
          </p:cNvPr>
          <p:cNvSpPr>
            <a:spLocks noGrp="1"/>
          </p:cNvSpPr>
          <p:nvPr>
            <p:ph type="title"/>
          </p:nvPr>
        </p:nvSpPr>
        <p:spPr>
          <a:xfrm>
            <a:off x="838200" y="414903"/>
            <a:ext cx="10515600" cy="1325563"/>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4" name="Date Placeholder 3">
            <a:extLst>
              <a:ext uri="{FF2B5EF4-FFF2-40B4-BE49-F238E27FC236}">
                <a16:creationId xmlns:a16="http://schemas.microsoft.com/office/drawing/2014/main" id="{905B06CE-91C4-576A-B995-1F7AFBE84A21}"/>
              </a:ext>
            </a:extLst>
          </p:cNvPr>
          <p:cNvSpPr>
            <a:spLocks noGrp="1"/>
          </p:cNvSpPr>
          <p:nvPr>
            <p:ph type="dt" sz="half" idx="2"/>
          </p:nvPr>
        </p:nvSpPr>
        <p:spPr>
          <a:xfrm>
            <a:off x="465420" y="6003451"/>
            <a:ext cx="1354201" cy="352898"/>
          </a:xfrm>
          <a:prstGeom prst="rect">
            <a:avLst/>
          </a:prstGeom>
        </p:spPr>
        <p:txBody>
          <a:bodyPr vert="horz" lIns="91440" tIns="45720" rIns="91440" bIns="45720" rtlCol="0" anchor="ctr"/>
          <a:lstStyle>
            <a:lvl1pPr marL="0" algn="l" defTabSz="914400" rtl="0" eaLnBrk="1" latinLnBrk="0" hangingPunct="1">
              <a:defRPr lang="en-AE" sz="900" kern="1200" smtClean="0">
                <a:solidFill>
                  <a:schemeClr val="tx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dirty="0"/>
              <a:t>Presenter: </a:t>
            </a:r>
            <a:fld id="{4BA517AB-ABE2-3948-9FD9-67870BFF8AFB}" type="datetimeFigureOut">
              <a:rPr lang="en-US" smtClean="0"/>
              <a:pPr/>
              <a:t>9/2/2026</a:t>
            </a:fld>
            <a:endParaRPr lang="en-US" dirty="0"/>
          </a:p>
        </p:txBody>
      </p:sp>
      <p:sp>
        <p:nvSpPr>
          <p:cNvPr id="8" name="TextBox 7">
            <a:extLst>
              <a:ext uri="{FF2B5EF4-FFF2-40B4-BE49-F238E27FC236}">
                <a16:creationId xmlns:a16="http://schemas.microsoft.com/office/drawing/2014/main" id="{E57F1EFF-16B8-71C9-D977-8FA1E2B3BBAC}"/>
              </a:ext>
            </a:extLst>
          </p:cNvPr>
          <p:cNvSpPr txBox="1"/>
          <p:nvPr>
            <p:extLst>
              <p:ext uri="{1162E1C5-73C7-4A58-AE30-91384D911F3F}">
                <p184:classification xmlns:p184="http://schemas.microsoft.com/office/powerpoint/2018/4/main" val="ftr"/>
              </p:ext>
            </p:extLst>
          </p:nvPr>
        </p:nvSpPr>
        <p:spPr>
          <a:xfrm>
            <a:off x="63500" y="6642100"/>
            <a:ext cx="790639" cy="152400"/>
          </a:xfrm>
          <a:prstGeom prst="rect">
            <a:avLst/>
          </a:prstGeom>
        </p:spPr>
        <p:txBody>
          <a:bodyPr horzOverflow="overflow" lIns="0" tIns="0" rIns="0" bIns="0">
            <a:spAutoFit/>
          </a:bodyPr>
          <a:lstStyle/>
          <a:p>
            <a:pPr algn="l"/>
            <a:r>
              <a:rPr lang="en-US" sz="1000">
                <a:solidFill>
                  <a:srgbClr val="45BF50">
                    <a:alpha val="50000"/>
                  </a:srgbClr>
                </a:solidFill>
                <a:latin typeface="Calibri" panose="020F0502020204030204" pitchFamily="34" charset="0"/>
                <a:ea typeface="Calibri" panose="020F0502020204030204" pitchFamily="34" charset="0"/>
                <a:cs typeface="Calibri" panose="020F0502020204030204" pitchFamily="34" charset="0"/>
              </a:rPr>
              <a:t>OPEN | مفتوحة </a:t>
            </a:r>
          </a:p>
        </p:txBody>
      </p:sp>
      <p:sp>
        <p:nvSpPr>
          <p:cNvPr id="3" name="Text Placeholder 2">
            <a:extLst>
              <a:ext uri="{FF2B5EF4-FFF2-40B4-BE49-F238E27FC236}">
                <a16:creationId xmlns:a16="http://schemas.microsoft.com/office/drawing/2014/main" id="{53CA7C46-F2A9-2DEA-A291-607EE504AF9E}"/>
              </a:ext>
            </a:extLst>
          </p:cNvPr>
          <p:cNvSpPr>
            <a:spLocks noGrp="1"/>
          </p:cNvSpPr>
          <p:nvPr>
            <p:ph type="body" idx="1"/>
          </p:nvPr>
        </p:nvSpPr>
        <p:spPr>
          <a:xfrm>
            <a:off x="838200" y="1825625"/>
            <a:ext cx="10515600" cy="1871559"/>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0227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7" r:id="rId3"/>
    <p:sldLayoutId id="2147483681" r:id="rId4"/>
    <p:sldLayoutId id="2147483688" r:id="rId5"/>
    <p:sldLayoutId id="2147483682" r:id="rId6"/>
    <p:sldLayoutId id="2147483683" r:id="rId7"/>
    <p:sldLayoutId id="2147483684" r:id="rId8"/>
    <p:sldLayoutId id="2147483689" r:id="rId9"/>
    <p:sldLayoutId id="2147483685" r:id="rId10"/>
    <p:sldLayoutId id="2147483686" r:id="rId11"/>
    <p:sldLayoutId id="2147483687" r:id="rId12"/>
    <p:sldLayoutId id="2147483678" r:id="rId13"/>
    <p:sldLayoutId id="2147483679" r:id="rId14"/>
    <p:sldLayoutId id="2147483680" r:id="rId15"/>
    <p:sldLayoutId id="2147483655" r:id="rId16"/>
    <p:sldLayoutId id="2147483661" r:id="rId17"/>
    <p:sldLayoutId id="2147483662" r:id="rId18"/>
    <p:sldLayoutId id="2147483663" r:id="rId19"/>
    <p:sldLayoutId id="2147483664" r:id="rId20"/>
    <p:sldLayoutId id="2147483651" r:id="rId21"/>
    <p:sldLayoutId id="2147483652" r:id="rId22"/>
    <p:sldLayoutId id="2147483653" r:id="rId23"/>
    <p:sldLayoutId id="2147483656" r:id="rId24"/>
    <p:sldLayoutId id="2147483657" r:id="rId25"/>
    <p:sldLayoutId id="2147483658" r:id="rId26"/>
    <p:sldLayoutId id="2147483659" r:id="rId27"/>
    <p:sldLayoutId id="2147483660" r:id="rId28"/>
  </p:sldLayoutIdLst>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228600" indent="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9/2/2026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extBox 7">
            <a:extLst>
              <a:ext uri="{FF2B5EF4-FFF2-40B4-BE49-F238E27FC236}">
                <a16:creationId xmlns:a16="http://schemas.microsoft.com/office/drawing/2014/main" id="{AC4E914D-8C03-C058-86BF-975EC1FA6414}"/>
              </a:ext>
            </a:extLst>
          </p:cNvPr>
          <p:cNvSpPr txBox="1"/>
          <p:nvPr>
            <p:extLst>
              <p:ext uri="{1162E1C5-73C7-4A58-AE30-91384D911F3F}">
                <p184:classification xmlns:p184="http://schemas.microsoft.com/office/powerpoint/2018/4/main" val="ftr"/>
              </p:ext>
            </p:extLst>
          </p:nvPr>
        </p:nvSpPr>
        <p:spPr>
          <a:xfrm>
            <a:off x="63500" y="6642100"/>
            <a:ext cx="790639" cy="152400"/>
          </a:xfrm>
          <a:prstGeom prst="rect">
            <a:avLst/>
          </a:prstGeom>
        </p:spPr>
        <p:txBody>
          <a:bodyPr horzOverflow="overflow" lIns="0" tIns="0" rIns="0" bIns="0">
            <a:spAutoFit/>
          </a:bodyPr>
          <a:lstStyle/>
          <a:p>
            <a:pPr algn="l"/>
            <a:r>
              <a:rPr lang="en-US" sz="1000">
                <a:solidFill>
                  <a:srgbClr val="45BF50">
                    <a:alpha val="50000"/>
                  </a:srgbClr>
                </a:solidFill>
                <a:latin typeface="Calibri" panose="020F0502020204030204" pitchFamily="34" charset="0"/>
                <a:ea typeface="Calibri" panose="020F0502020204030204" pitchFamily="34" charset="0"/>
                <a:cs typeface="Calibri" panose="020F0502020204030204" pitchFamily="34" charset="0"/>
              </a:rPr>
              <a:t>OPEN | مفتوحة </a:t>
            </a:r>
          </a:p>
        </p:txBody>
      </p:sp>
    </p:spTree>
    <p:extLst>
      <p:ext uri="{BB962C8B-B14F-4D97-AF65-F5344CB8AC3E}">
        <p14:creationId xmlns:p14="http://schemas.microsoft.com/office/powerpoint/2010/main" val="171578189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97576C1-E02C-8605-9BF0-5D775669292E}"/>
              </a:ext>
            </a:extLst>
          </p:cNvPr>
          <p:cNvSpPr>
            <a:spLocks noGrp="1"/>
          </p:cNvSpPr>
          <p:nvPr>
            <p:ph type="body" sz="quarter" idx="10"/>
          </p:nvPr>
        </p:nvSpPr>
        <p:spPr>
          <a:xfrm>
            <a:off x="444695" y="5558014"/>
            <a:ext cx="3156633" cy="341632"/>
          </a:xfrm>
        </p:spPr>
        <p:txBody>
          <a:bodyPr/>
          <a:lstStyle/>
          <a:p>
            <a:r>
              <a:rPr lang="en-US" dirty="0"/>
              <a:t>Case: Digital Product Department (MAM)</a:t>
            </a:r>
          </a:p>
        </p:txBody>
      </p:sp>
      <p:sp>
        <p:nvSpPr>
          <p:cNvPr id="8" name="Text Placeholder 7">
            <a:extLst>
              <a:ext uri="{FF2B5EF4-FFF2-40B4-BE49-F238E27FC236}">
                <a16:creationId xmlns:a16="http://schemas.microsoft.com/office/drawing/2014/main" id="{79B12746-2218-A0E7-511A-14FB54A34782}"/>
              </a:ext>
            </a:extLst>
          </p:cNvPr>
          <p:cNvSpPr>
            <a:spLocks noGrp="1"/>
          </p:cNvSpPr>
          <p:nvPr>
            <p:ph type="body" sz="quarter" idx="11"/>
          </p:nvPr>
        </p:nvSpPr>
        <p:spPr>
          <a:xfrm>
            <a:off x="431800" y="4427538"/>
            <a:ext cx="5753100" cy="507831"/>
          </a:xfrm>
        </p:spPr>
        <p:txBody>
          <a:bodyPr/>
          <a:lstStyle/>
          <a:p>
            <a:r>
              <a:rPr lang="en-US" dirty="0"/>
              <a:t>OMEGA including Green and Blue</a:t>
            </a:r>
          </a:p>
        </p:txBody>
      </p:sp>
      <p:sp>
        <p:nvSpPr>
          <p:cNvPr id="9" name="Text Placeholder 8">
            <a:extLst>
              <a:ext uri="{FF2B5EF4-FFF2-40B4-BE49-F238E27FC236}">
                <a16:creationId xmlns:a16="http://schemas.microsoft.com/office/drawing/2014/main" id="{204F579C-DB04-D0CE-62C9-D53B8860D3E7}"/>
              </a:ext>
            </a:extLst>
          </p:cNvPr>
          <p:cNvSpPr>
            <a:spLocks noGrp="1"/>
          </p:cNvSpPr>
          <p:nvPr>
            <p:ph type="body" sz="quarter" idx="12"/>
          </p:nvPr>
        </p:nvSpPr>
        <p:spPr/>
        <p:txBody>
          <a:bodyPr/>
          <a:lstStyle/>
          <a:p>
            <a:endParaRPr lang="en-US"/>
          </a:p>
        </p:txBody>
      </p:sp>
      <p:sp>
        <p:nvSpPr>
          <p:cNvPr id="6" name="Title 5">
            <a:extLst>
              <a:ext uri="{FF2B5EF4-FFF2-40B4-BE49-F238E27FC236}">
                <a16:creationId xmlns:a16="http://schemas.microsoft.com/office/drawing/2014/main" id="{21F7BDE0-211F-3B95-5B7B-B8B680B4FD9B}"/>
              </a:ext>
            </a:extLst>
          </p:cNvPr>
          <p:cNvSpPr>
            <a:spLocks noGrp="1"/>
          </p:cNvSpPr>
          <p:nvPr>
            <p:ph type="title"/>
          </p:nvPr>
        </p:nvSpPr>
        <p:spPr/>
        <p:txBody>
          <a:bodyPr/>
          <a:lstStyle/>
          <a:p>
            <a:r>
              <a:rPr lang="en-US" dirty="0"/>
              <a:t>Retrieve the ontology on narrative with AI</a:t>
            </a:r>
          </a:p>
        </p:txBody>
      </p:sp>
    </p:spTree>
    <p:extLst>
      <p:ext uri="{BB962C8B-B14F-4D97-AF65-F5344CB8AC3E}">
        <p14:creationId xmlns:p14="http://schemas.microsoft.com/office/powerpoint/2010/main" val="3077042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E7F8D-0785-B06D-85C6-7608B92B0A2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F8ED25D-A53E-A40C-DBDB-13C6B8D9C90E}"/>
              </a:ext>
            </a:extLst>
          </p:cNvPr>
          <p:cNvSpPr>
            <a:spLocks noGrp="1"/>
          </p:cNvSpPr>
          <p:nvPr>
            <p:ph type="body" sz="quarter" idx="15"/>
          </p:nvPr>
        </p:nvSpPr>
        <p:spPr/>
        <p:txBody>
          <a:bodyPr/>
          <a:lstStyle/>
          <a:p>
            <a:r>
              <a:rPr lang="en-US" dirty="0"/>
              <a:t>OER step 2 — OMEGA Reference Models</a:t>
            </a:r>
          </a:p>
        </p:txBody>
      </p:sp>
      <p:graphicFrame>
        <p:nvGraphicFramePr>
          <p:cNvPr id="6" name="Table 5">
            <a:extLst>
              <a:ext uri="{FF2B5EF4-FFF2-40B4-BE49-F238E27FC236}">
                <a16:creationId xmlns:a16="http://schemas.microsoft.com/office/drawing/2014/main" id="{1AE704AE-AA01-B507-C15B-13BD3A7C6A2E}"/>
              </a:ext>
            </a:extLst>
          </p:cNvPr>
          <p:cNvGraphicFramePr>
            <a:graphicFrameLocks noGrp="1"/>
          </p:cNvGraphicFramePr>
          <p:nvPr>
            <p:extLst>
              <p:ext uri="{D42A27DB-BD31-4B8C-83A1-F6EECF244321}">
                <p14:modId xmlns:p14="http://schemas.microsoft.com/office/powerpoint/2010/main" val="58891734"/>
              </p:ext>
            </p:extLst>
          </p:nvPr>
        </p:nvGraphicFramePr>
        <p:xfrm>
          <a:off x="2262036" y="1093477"/>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182745304"/>
                    </a:ext>
                  </a:extLst>
                </a:gridCol>
                <a:gridCol w="2709333">
                  <a:extLst>
                    <a:ext uri="{9D8B030D-6E8A-4147-A177-3AD203B41FA5}">
                      <a16:colId xmlns:a16="http://schemas.microsoft.com/office/drawing/2014/main" val="236540413"/>
                    </a:ext>
                  </a:extLst>
                </a:gridCol>
                <a:gridCol w="2709333">
                  <a:extLst>
                    <a:ext uri="{9D8B030D-6E8A-4147-A177-3AD203B41FA5}">
                      <a16:colId xmlns:a16="http://schemas.microsoft.com/office/drawing/2014/main" val="4136583999"/>
                    </a:ext>
                  </a:extLst>
                </a:gridCol>
              </a:tblGrid>
              <a:tr h="370840">
                <a:tc>
                  <a:txBody>
                    <a:bodyPr/>
                    <a:lstStyle/>
                    <a:p>
                      <a:endParaRPr lang="en-US" dirty="0"/>
                    </a:p>
                  </a:txBody>
                  <a:tcPr>
                    <a:solidFill>
                      <a:srgbClr val="0A3869"/>
                    </a:solidFill>
                  </a:tcPr>
                </a:tc>
                <a:tc>
                  <a:txBody>
                    <a:bodyPr/>
                    <a:lstStyle/>
                    <a:p>
                      <a:r>
                        <a:rPr lang="en-US" dirty="0"/>
                        <a:t>Tangible things</a:t>
                      </a:r>
                    </a:p>
                  </a:txBody>
                  <a:tcPr>
                    <a:solidFill>
                      <a:srgbClr val="0A386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Intangible things</a:t>
                      </a:r>
                    </a:p>
                  </a:txBody>
                  <a:tcPr>
                    <a:solidFill>
                      <a:srgbClr val="0A3869"/>
                    </a:solidFill>
                  </a:tcPr>
                </a:tc>
                <a:extLst>
                  <a:ext uri="{0D108BD9-81ED-4DB2-BD59-A6C34878D82A}">
                    <a16:rowId xmlns:a16="http://schemas.microsoft.com/office/drawing/2014/main" val="1816364570"/>
                  </a:ext>
                </a:extLst>
              </a:tr>
              <a:tr h="370840">
                <a:tc>
                  <a:txBody>
                    <a:bodyPr/>
                    <a:lstStyle/>
                    <a:p>
                      <a:r>
                        <a:rPr lang="en-US" dirty="0"/>
                        <a:t>Creating and Changing</a:t>
                      </a:r>
                    </a:p>
                  </a:txBody>
                  <a:tcPr/>
                </a:tc>
                <a:tc>
                  <a:txBody>
                    <a:bodyPr/>
                    <a:lstStyle/>
                    <a:p>
                      <a:pPr algn="ctr"/>
                      <a:r>
                        <a:rPr lang="en-US" dirty="0"/>
                        <a:t>A1</a:t>
                      </a:r>
                    </a:p>
                  </a:txBody>
                  <a:tcPr/>
                </a:tc>
                <a:tc>
                  <a:txBody>
                    <a:bodyPr/>
                    <a:lstStyle/>
                    <a:p>
                      <a:pPr algn="ctr"/>
                      <a:r>
                        <a:rPr lang="en-US" dirty="0"/>
                        <a:t>B1</a:t>
                      </a:r>
                    </a:p>
                  </a:txBody>
                  <a:tcPr/>
                </a:tc>
                <a:extLst>
                  <a:ext uri="{0D108BD9-81ED-4DB2-BD59-A6C34878D82A}">
                    <a16:rowId xmlns:a16="http://schemas.microsoft.com/office/drawing/2014/main" val="1240353458"/>
                  </a:ext>
                </a:extLst>
              </a:tr>
              <a:tr h="370840">
                <a:tc>
                  <a:txBody>
                    <a:bodyPr/>
                    <a:lstStyle/>
                    <a:p>
                      <a:r>
                        <a:rPr lang="en-US" dirty="0"/>
                        <a:t>Transporting and Storing</a:t>
                      </a:r>
                    </a:p>
                  </a:txBody>
                  <a:tcPr/>
                </a:tc>
                <a:tc>
                  <a:txBody>
                    <a:bodyPr/>
                    <a:lstStyle/>
                    <a:p>
                      <a:pPr algn="ctr"/>
                      <a:r>
                        <a:rPr lang="en-US" dirty="0"/>
                        <a:t>A2</a:t>
                      </a:r>
                    </a:p>
                  </a:txBody>
                  <a:tcPr/>
                </a:tc>
                <a:tc>
                  <a:txBody>
                    <a:bodyPr/>
                    <a:lstStyle/>
                    <a:p>
                      <a:pPr algn="ctr"/>
                      <a:r>
                        <a:rPr lang="en-US" dirty="0"/>
                        <a:t>*not applicable*</a:t>
                      </a:r>
                    </a:p>
                  </a:txBody>
                  <a:tcPr/>
                </a:tc>
                <a:extLst>
                  <a:ext uri="{0D108BD9-81ED-4DB2-BD59-A6C34878D82A}">
                    <a16:rowId xmlns:a16="http://schemas.microsoft.com/office/drawing/2014/main" val="231861829"/>
                  </a:ext>
                </a:extLst>
              </a:tr>
              <a:tr h="370840">
                <a:tc>
                  <a:txBody>
                    <a:bodyPr/>
                    <a:lstStyle/>
                    <a:p>
                      <a:r>
                        <a:rPr lang="en-US" dirty="0"/>
                        <a:t>Transferring Ownership</a:t>
                      </a:r>
                    </a:p>
                  </a:txBody>
                  <a:tcPr/>
                </a:tc>
                <a:tc>
                  <a:txBody>
                    <a:bodyPr/>
                    <a:lstStyle/>
                    <a:p>
                      <a:pPr algn="ctr"/>
                      <a:r>
                        <a:rPr lang="en-US" dirty="0"/>
                        <a:t>A3</a:t>
                      </a:r>
                    </a:p>
                  </a:txBody>
                  <a:tcPr/>
                </a:tc>
                <a:tc>
                  <a:txBody>
                    <a:bodyPr/>
                    <a:lstStyle/>
                    <a:p>
                      <a:pPr algn="ctr"/>
                      <a:r>
                        <a:rPr lang="en-US" dirty="0"/>
                        <a:t>B3</a:t>
                      </a:r>
                    </a:p>
                  </a:txBody>
                  <a:tcPr/>
                </a:tc>
                <a:extLst>
                  <a:ext uri="{0D108BD9-81ED-4DB2-BD59-A6C34878D82A}">
                    <a16:rowId xmlns:a16="http://schemas.microsoft.com/office/drawing/2014/main" val="2135995827"/>
                  </a:ext>
                </a:extLst>
              </a:tr>
              <a:tr h="370840">
                <a:tc>
                  <a:txBody>
                    <a:bodyPr/>
                    <a:lstStyle/>
                    <a:p>
                      <a:r>
                        <a:rPr lang="en-US" dirty="0"/>
                        <a:t>Obtaining Usufruct</a:t>
                      </a:r>
                    </a:p>
                  </a:txBody>
                  <a:tcPr/>
                </a:tc>
                <a:tc>
                  <a:txBody>
                    <a:bodyPr/>
                    <a:lstStyle/>
                    <a:p>
                      <a:pPr algn="ctr"/>
                      <a:r>
                        <a:rPr lang="en-US" dirty="0"/>
                        <a:t>A4</a:t>
                      </a:r>
                    </a:p>
                  </a:txBody>
                  <a:tcPr/>
                </a:tc>
                <a:tc>
                  <a:txBody>
                    <a:bodyPr/>
                    <a:lstStyle/>
                    <a:p>
                      <a:pPr algn="ctr"/>
                      <a:r>
                        <a:rPr lang="en-US" dirty="0"/>
                        <a:t>B4</a:t>
                      </a:r>
                    </a:p>
                  </a:txBody>
                  <a:tcPr/>
                </a:tc>
                <a:extLst>
                  <a:ext uri="{0D108BD9-81ED-4DB2-BD59-A6C34878D82A}">
                    <a16:rowId xmlns:a16="http://schemas.microsoft.com/office/drawing/2014/main" val="1423081380"/>
                  </a:ext>
                </a:extLst>
              </a:tr>
            </a:tbl>
          </a:graphicData>
        </a:graphic>
      </p:graphicFrame>
      <p:cxnSp>
        <p:nvCxnSpPr>
          <p:cNvPr id="8" name="Straight Connector 7">
            <a:extLst>
              <a:ext uri="{FF2B5EF4-FFF2-40B4-BE49-F238E27FC236}">
                <a16:creationId xmlns:a16="http://schemas.microsoft.com/office/drawing/2014/main" id="{7D33D5A9-CFE6-7D4E-B622-7D175D6A959D}"/>
              </a:ext>
            </a:extLst>
          </p:cNvPr>
          <p:cNvCxnSpPr>
            <a:cxnSpLocks/>
          </p:cNvCxnSpPr>
          <p:nvPr/>
        </p:nvCxnSpPr>
        <p:spPr>
          <a:xfrm>
            <a:off x="6096000" y="3055987"/>
            <a:ext cx="0" cy="3609035"/>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5598AD50-E128-9782-C622-4721EC48CAA9}"/>
              </a:ext>
            </a:extLst>
          </p:cNvPr>
          <p:cNvCxnSpPr>
            <a:cxnSpLocks/>
          </p:cNvCxnSpPr>
          <p:nvPr/>
        </p:nvCxnSpPr>
        <p:spPr>
          <a:xfrm>
            <a:off x="3048000" y="3048957"/>
            <a:ext cx="0" cy="3623094"/>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8E834168-0683-9DA9-9EFD-4EFC3B2ACAB5}"/>
              </a:ext>
            </a:extLst>
          </p:cNvPr>
          <p:cNvCxnSpPr>
            <a:cxnSpLocks/>
          </p:cNvCxnSpPr>
          <p:nvPr/>
        </p:nvCxnSpPr>
        <p:spPr>
          <a:xfrm>
            <a:off x="9144000" y="3048957"/>
            <a:ext cx="0" cy="3623094"/>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D316D400-A51D-970A-0E8C-272C5512B406}"/>
              </a:ext>
            </a:extLst>
          </p:cNvPr>
          <p:cNvCxnSpPr>
            <a:cxnSpLocks/>
          </p:cNvCxnSpPr>
          <p:nvPr/>
        </p:nvCxnSpPr>
        <p:spPr>
          <a:xfrm>
            <a:off x="0" y="3048957"/>
            <a:ext cx="0" cy="3623094"/>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51A21C44-34A5-70A3-736C-B3C0CB470896}"/>
              </a:ext>
            </a:extLst>
          </p:cNvPr>
          <p:cNvCxnSpPr>
            <a:cxnSpLocks/>
          </p:cNvCxnSpPr>
          <p:nvPr/>
        </p:nvCxnSpPr>
        <p:spPr>
          <a:xfrm>
            <a:off x="12192000" y="3048957"/>
            <a:ext cx="0" cy="3623094"/>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31E13D55-BD0C-9386-B8B4-1A58BAB87E8A}"/>
              </a:ext>
            </a:extLst>
          </p:cNvPr>
          <p:cNvCxnSpPr/>
          <p:nvPr/>
        </p:nvCxnSpPr>
        <p:spPr>
          <a:xfrm>
            <a:off x="0" y="3048957"/>
            <a:ext cx="12192000" cy="7030"/>
          </a:xfrm>
          <a:prstGeom prst="line">
            <a:avLst/>
          </a:prstGeom>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4E76A9B0-6F87-481D-2AEF-1A4DC2C038C6}"/>
              </a:ext>
            </a:extLst>
          </p:cNvPr>
          <p:cNvSpPr txBox="1"/>
          <p:nvPr/>
        </p:nvSpPr>
        <p:spPr>
          <a:xfrm>
            <a:off x="0" y="3055987"/>
            <a:ext cx="291858" cy="369332"/>
          </a:xfrm>
          <a:prstGeom prst="rect">
            <a:avLst/>
          </a:prstGeom>
          <a:noFill/>
        </p:spPr>
        <p:txBody>
          <a:bodyPr wrap="square">
            <a:spAutoFit/>
          </a:bodyPr>
          <a:lstStyle/>
          <a:p>
            <a:r>
              <a:rPr lang="en-US" sz="1800" dirty="0"/>
              <a:t>1</a:t>
            </a:r>
            <a:endParaRPr lang="en-US" dirty="0"/>
          </a:p>
        </p:txBody>
      </p:sp>
      <p:sp>
        <p:nvSpPr>
          <p:cNvPr id="21" name="TextBox 20">
            <a:extLst>
              <a:ext uri="{FF2B5EF4-FFF2-40B4-BE49-F238E27FC236}">
                <a16:creationId xmlns:a16="http://schemas.microsoft.com/office/drawing/2014/main" id="{BA826664-D56E-D803-C141-D573B537C6E4}"/>
              </a:ext>
            </a:extLst>
          </p:cNvPr>
          <p:cNvSpPr txBox="1"/>
          <p:nvPr/>
        </p:nvSpPr>
        <p:spPr>
          <a:xfrm>
            <a:off x="3047999" y="3055987"/>
            <a:ext cx="291858" cy="369332"/>
          </a:xfrm>
          <a:prstGeom prst="rect">
            <a:avLst/>
          </a:prstGeom>
          <a:noFill/>
        </p:spPr>
        <p:txBody>
          <a:bodyPr wrap="square">
            <a:spAutoFit/>
          </a:bodyPr>
          <a:lstStyle/>
          <a:p>
            <a:r>
              <a:rPr lang="en-US" sz="1800" dirty="0"/>
              <a:t>2</a:t>
            </a:r>
            <a:endParaRPr lang="en-US" dirty="0"/>
          </a:p>
        </p:txBody>
      </p:sp>
      <p:sp>
        <p:nvSpPr>
          <p:cNvPr id="23" name="TextBox 22">
            <a:extLst>
              <a:ext uri="{FF2B5EF4-FFF2-40B4-BE49-F238E27FC236}">
                <a16:creationId xmlns:a16="http://schemas.microsoft.com/office/drawing/2014/main" id="{A79D6371-8629-FA7D-D5B3-3EC9498B27F2}"/>
              </a:ext>
            </a:extLst>
          </p:cNvPr>
          <p:cNvSpPr txBox="1"/>
          <p:nvPr/>
        </p:nvSpPr>
        <p:spPr>
          <a:xfrm>
            <a:off x="6095998" y="3063017"/>
            <a:ext cx="291858" cy="369332"/>
          </a:xfrm>
          <a:prstGeom prst="rect">
            <a:avLst/>
          </a:prstGeom>
          <a:noFill/>
        </p:spPr>
        <p:txBody>
          <a:bodyPr wrap="square">
            <a:spAutoFit/>
          </a:bodyPr>
          <a:lstStyle/>
          <a:p>
            <a:r>
              <a:rPr lang="en-US" sz="1800" dirty="0"/>
              <a:t>3</a:t>
            </a:r>
            <a:endParaRPr lang="en-US" dirty="0"/>
          </a:p>
        </p:txBody>
      </p:sp>
      <p:sp>
        <p:nvSpPr>
          <p:cNvPr id="25" name="TextBox 24">
            <a:extLst>
              <a:ext uri="{FF2B5EF4-FFF2-40B4-BE49-F238E27FC236}">
                <a16:creationId xmlns:a16="http://schemas.microsoft.com/office/drawing/2014/main" id="{A913A6AA-695B-C9B4-40D9-BA6A79B589D9}"/>
              </a:ext>
            </a:extLst>
          </p:cNvPr>
          <p:cNvSpPr txBox="1"/>
          <p:nvPr/>
        </p:nvSpPr>
        <p:spPr>
          <a:xfrm>
            <a:off x="9143995" y="3063017"/>
            <a:ext cx="291858" cy="369332"/>
          </a:xfrm>
          <a:prstGeom prst="rect">
            <a:avLst/>
          </a:prstGeom>
          <a:noFill/>
        </p:spPr>
        <p:txBody>
          <a:bodyPr wrap="square">
            <a:spAutoFit/>
          </a:bodyPr>
          <a:lstStyle/>
          <a:p>
            <a:r>
              <a:rPr lang="en-US" sz="1800" dirty="0"/>
              <a:t>4</a:t>
            </a:r>
            <a:endParaRPr lang="en-US" dirty="0"/>
          </a:p>
        </p:txBody>
      </p:sp>
      <p:pic>
        <p:nvPicPr>
          <p:cNvPr id="27" name="Picture 26">
            <a:extLst>
              <a:ext uri="{FF2B5EF4-FFF2-40B4-BE49-F238E27FC236}">
                <a16:creationId xmlns:a16="http://schemas.microsoft.com/office/drawing/2014/main" id="{89A27B36-F965-8161-3541-626E6BD244ED}"/>
              </a:ext>
            </a:extLst>
          </p:cNvPr>
          <p:cNvPicPr>
            <a:picLocks noChangeAspect="1"/>
          </p:cNvPicPr>
          <p:nvPr/>
        </p:nvPicPr>
        <p:blipFill>
          <a:blip r:embed="rId3"/>
          <a:stretch>
            <a:fillRect/>
          </a:stretch>
        </p:blipFill>
        <p:spPr>
          <a:xfrm>
            <a:off x="26026" y="3338485"/>
            <a:ext cx="2995944" cy="3333566"/>
          </a:xfrm>
          <a:prstGeom prst="rect">
            <a:avLst/>
          </a:prstGeom>
        </p:spPr>
      </p:pic>
      <p:pic>
        <p:nvPicPr>
          <p:cNvPr id="29" name="Picture 28">
            <a:extLst>
              <a:ext uri="{FF2B5EF4-FFF2-40B4-BE49-F238E27FC236}">
                <a16:creationId xmlns:a16="http://schemas.microsoft.com/office/drawing/2014/main" id="{DAA66C2E-DC50-2EE3-0EBF-F991BCB8659E}"/>
              </a:ext>
            </a:extLst>
          </p:cNvPr>
          <p:cNvPicPr>
            <a:picLocks noChangeAspect="1"/>
          </p:cNvPicPr>
          <p:nvPr/>
        </p:nvPicPr>
        <p:blipFill>
          <a:blip r:embed="rId4"/>
          <a:stretch>
            <a:fillRect/>
          </a:stretch>
        </p:blipFill>
        <p:spPr>
          <a:xfrm>
            <a:off x="3074031" y="3339334"/>
            <a:ext cx="2995936" cy="3344219"/>
          </a:xfrm>
          <a:prstGeom prst="rect">
            <a:avLst/>
          </a:prstGeom>
        </p:spPr>
      </p:pic>
      <p:pic>
        <p:nvPicPr>
          <p:cNvPr id="62" name="Picture 61">
            <a:extLst>
              <a:ext uri="{FF2B5EF4-FFF2-40B4-BE49-F238E27FC236}">
                <a16:creationId xmlns:a16="http://schemas.microsoft.com/office/drawing/2014/main" id="{309F2F96-6404-3753-02A8-C158F045BE7A}"/>
              </a:ext>
            </a:extLst>
          </p:cNvPr>
          <p:cNvPicPr>
            <a:picLocks noChangeAspect="1"/>
          </p:cNvPicPr>
          <p:nvPr/>
        </p:nvPicPr>
        <p:blipFill>
          <a:blip r:embed="rId5"/>
          <a:stretch>
            <a:fillRect/>
          </a:stretch>
        </p:blipFill>
        <p:spPr>
          <a:xfrm>
            <a:off x="6708038" y="3338485"/>
            <a:ext cx="1740029" cy="2426036"/>
          </a:xfrm>
          <a:prstGeom prst="rect">
            <a:avLst/>
          </a:prstGeom>
        </p:spPr>
      </p:pic>
      <p:pic>
        <p:nvPicPr>
          <p:cNvPr id="64" name="Picture 63">
            <a:extLst>
              <a:ext uri="{FF2B5EF4-FFF2-40B4-BE49-F238E27FC236}">
                <a16:creationId xmlns:a16="http://schemas.microsoft.com/office/drawing/2014/main" id="{57C91F51-5381-2005-EEEC-0AC53817F1D1}"/>
              </a:ext>
            </a:extLst>
          </p:cNvPr>
          <p:cNvPicPr>
            <a:picLocks noChangeAspect="1"/>
          </p:cNvPicPr>
          <p:nvPr/>
        </p:nvPicPr>
        <p:blipFill>
          <a:blip r:embed="rId6"/>
          <a:stretch>
            <a:fillRect/>
          </a:stretch>
        </p:blipFill>
        <p:spPr>
          <a:xfrm>
            <a:off x="9170034" y="3337206"/>
            <a:ext cx="3001425" cy="2419006"/>
          </a:xfrm>
          <a:prstGeom prst="rect">
            <a:avLst/>
          </a:prstGeom>
        </p:spPr>
      </p:pic>
    </p:spTree>
    <p:extLst>
      <p:ext uri="{BB962C8B-B14F-4D97-AF65-F5344CB8AC3E}">
        <p14:creationId xmlns:p14="http://schemas.microsoft.com/office/powerpoint/2010/main" val="1452161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C48C11-CD7B-DB2D-C089-4FDD1D7903C6}"/>
              </a:ext>
            </a:extLst>
          </p:cNvPr>
          <p:cNvSpPr>
            <a:spLocks noGrp="1"/>
          </p:cNvSpPr>
          <p:nvPr>
            <p:ph type="body" sz="quarter" idx="15"/>
          </p:nvPr>
        </p:nvSpPr>
        <p:spPr>
          <a:xfrm>
            <a:off x="662547" y="527308"/>
            <a:ext cx="8476197" cy="341632"/>
          </a:xfrm>
        </p:spPr>
        <p:txBody>
          <a:bodyPr/>
          <a:lstStyle/>
          <a:p>
            <a:r>
              <a:rPr lang="en-US" dirty="0"/>
              <a:t>OER step 2 — OMEGA Reference Model – Creating and Changing</a:t>
            </a:r>
          </a:p>
        </p:txBody>
      </p:sp>
      <p:pic>
        <p:nvPicPr>
          <p:cNvPr id="4" name="Picture 3">
            <a:extLst>
              <a:ext uri="{FF2B5EF4-FFF2-40B4-BE49-F238E27FC236}">
                <a16:creationId xmlns:a16="http://schemas.microsoft.com/office/drawing/2014/main" id="{47AE8276-CFCB-F54B-58DD-4AA7CDFFD85A}"/>
              </a:ext>
            </a:extLst>
          </p:cNvPr>
          <p:cNvPicPr>
            <a:picLocks noChangeAspect="1"/>
          </p:cNvPicPr>
          <p:nvPr/>
        </p:nvPicPr>
        <p:blipFill>
          <a:blip r:embed="rId3"/>
          <a:stretch>
            <a:fillRect/>
          </a:stretch>
        </p:blipFill>
        <p:spPr>
          <a:xfrm>
            <a:off x="518773" y="1262395"/>
            <a:ext cx="4643832" cy="5167160"/>
          </a:xfrm>
          <a:prstGeom prst="rect">
            <a:avLst/>
          </a:prstGeom>
        </p:spPr>
      </p:pic>
      <p:sp>
        <p:nvSpPr>
          <p:cNvPr id="5" name="TextBox 4">
            <a:extLst>
              <a:ext uri="{FF2B5EF4-FFF2-40B4-BE49-F238E27FC236}">
                <a16:creationId xmlns:a16="http://schemas.microsoft.com/office/drawing/2014/main" id="{6E5500CD-CFD5-5082-9273-AF4DF0BB3DB0}"/>
              </a:ext>
            </a:extLst>
          </p:cNvPr>
          <p:cNvSpPr txBox="1"/>
          <p:nvPr/>
        </p:nvSpPr>
        <p:spPr>
          <a:xfrm>
            <a:off x="5819955" y="1412797"/>
            <a:ext cx="6000489" cy="5016758"/>
          </a:xfrm>
          <a:prstGeom prst="rect">
            <a:avLst/>
          </a:prstGeom>
          <a:noFill/>
        </p:spPr>
        <p:txBody>
          <a:bodyPr wrap="none" rtlCol="0">
            <a:spAutoFit/>
          </a:bodyPr>
          <a:lstStyle/>
          <a:p>
            <a:r>
              <a:rPr lang="en-US" sz="1600" dirty="0"/>
              <a:t>[</a:t>
            </a:r>
            <a:r>
              <a:rPr lang="en-US" sz="1600" dirty="0" err="1"/>
              <a:t>casekind</a:t>
            </a:r>
            <a:r>
              <a:rPr lang="en-US" sz="1600" dirty="0"/>
              <a:t>]			= end product</a:t>
            </a:r>
          </a:p>
          <a:p>
            <a:r>
              <a:rPr lang="en-US" sz="1600" dirty="0"/>
              <a:t>production		= assembling</a:t>
            </a:r>
          </a:p>
          <a:p>
            <a:endParaRPr lang="en-US" sz="1600" dirty="0"/>
          </a:p>
          <a:p>
            <a:r>
              <a:rPr lang="en-US" sz="1600" dirty="0"/>
              <a:t>S of [</a:t>
            </a:r>
            <a:r>
              <a:rPr lang="en-US" sz="1600" dirty="0" err="1"/>
              <a:t>casekind</a:t>
            </a:r>
            <a:r>
              <a:rPr lang="en-US" sz="1600" dirty="0"/>
              <a:t>]		= sub product</a:t>
            </a:r>
          </a:p>
          <a:p>
            <a:r>
              <a:rPr lang="en-US" sz="1600" dirty="0"/>
              <a:t>production		= assembling</a:t>
            </a:r>
          </a:p>
          <a:p>
            <a:endParaRPr lang="en-US" sz="1600" dirty="0"/>
          </a:p>
          <a:p>
            <a:r>
              <a:rPr lang="en-US" sz="1600" dirty="0"/>
              <a:t>resource v of [</a:t>
            </a:r>
            <a:r>
              <a:rPr lang="en-US" sz="1600" dirty="0" err="1"/>
              <a:t>casekind</a:t>
            </a:r>
            <a:r>
              <a:rPr lang="en-US" sz="1600" dirty="0"/>
              <a:t>]	= resource needed for end product</a:t>
            </a:r>
          </a:p>
          <a:p>
            <a:r>
              <a:rPr lang="en-US" sz="1600" dirty="0"/>
              <a:t>production		= acquiring</a:t>
            </a:r>
          </a:p>
          <a:p>
            <a:endParaRPr lang="en-US" sz="1600" dirty="0"/>
          </a:p>
          <a:p>
            <a:r>
              <a:rPr lang="en-US" sz="1600" dirty="0"/>
              <a:t>resource w of [</a:t>
            </a:r>
            <a:r>
              <a:rPr lang="en-US" sz="1600" dirty="0" err="1"/>
              <a:t>casekind</a:t>
            </a:r>
            <a:r>
              <a:rPr lang="en-US" sz="1600" dirty="0"/>
              <a:t>]	= resource needed for end product</a:t>
            </a:r>
          </a:p>
          <a:p>
            <a:r>
              <a:rPr lang="en-US" sz="1600" dirty="0"/>
              <a:t>production		= acquiring</a:t>
            </a:r>
          </a:p>
          <a:p>
            <a:endParaRPr lang="en-US" sz="1600" dirty="0"/>
          </a:p>
          <a:p>
            <a:r>
              <a:rPr lang="en-US" sz="1600" dirty="0"/>
              <a:t>resource x of S of [</a:t>
            </a:r>
            <a:r>
              <a:rPr lang="en-US" sz="1600" dirty="0" err="1"/>
              <a:t>casekind</a:t>
            </a:r>
            <a:r>
              <a:rPr lang="en-US" sz="1600" dirty="0"/>
              <a:t>]	= resource needed for end product</a:t>
            </a:r>
          </a:p>
          <a:p>
            <a:r>
              <a:rPr lang="en-US" sz="1600" dirty="0"/>
              <a:t>production		= acquiring</a:t>
            </a:r>
          </a:p>
          <a:p>
            <a:endParaRPr lang="en-US" sz="1600" dirty="0"/>
          </a:p>
          <a:p>
            <a:r>
              <a:rPr lang="en-US" sz="1600" dirty="0"/>
              <a:t>resource y of S of [</a:t>
            </a:r>
            <a:r>
              <a:rPr lang="en-US" sz="1600" dirty="0" err="1"/>
              <a:t>casekind</a:t>
            </a:r>
            <a:r>
              <a:rPr lang="en-US" sz="1600" dirty="0"/>
              <a:t>]	= resource needed for end product</a:t>
            </a:r>
          </a:p>
          <a:p>
            <a:r>
              <a:rPr lang="en-US" sz="1600" dirty="0"/>
              <a:t>production		= acquiring</a:t>
            </a:r>
          </a:p>
          <a:p>
            <a:endParaRPr lang="en-US" sz="1600" dirty="0"/>
          </a:p>
          <a:p>
            <a:r>
              <a:rPr lang="en-US" sz="1600" dirty="0"/>
              <a:t>resource z of S of [</a:t>
            </a:r>
            <a:r>
              <a:rPr lang="en-US" sz="1600" dirty="0" err="1"/>
              <a:t>casekind</a:t>
            </a:r>
            <a:r>
              <a:rPr lang="en-US" sz="1600" dirty="0"/>
              <a:t>]	= resource needed for end product</a:t>
            </a:r>
          </a:p>
          <a:p>
            <a:r>
              <a:rPr lang="en-US" sz="1600" dirty="0"/>
              <a:t>production		= acquiring</a:t>
            </a:r>
            <a:endParaRPr lang="en-US" dirty="0"/>
          </a:p>
        </p:txBody>
      </p:sp>
    </p:spTree>
    <p:extLst>
      <p:ext uri="{BB962C8B-B14F-4D97-AF65-F5344CB8AC3E}">
        <p14:creationId xmlns:p14="http://schemas.microsoft.com/office/powerpoint/2010/main" val="1755436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57083-8E5E-8C85-432D-BE25BF5064D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2334678-05B1-58F8-B269-AB243EDFC01D}"/>
              </a:ext>
            </a:extLst>
          </p:cNvPr>
          <p:cNvSpPr>
            <a:spLocks noGrp="1"/>
          </p:cNvSpPr>
          <p:nvPr>
            <p:ph type="body" sz="quarter" idx="15"/>
          </p:nvPr>
        </p:nvSpPr>
        <p:spPr>
          <a:xfrm>
            <a:off x="662547" y="527308"/>
            <a:ext cx="8476197" cy="341632"/>
          </a:xfrm>
        </p:spPr>
        <p:txBody>
          <a:bodyPr/>
          <a:lstStyle/>
          <a:p>
            <a:r>
              <a:rPr lang="en-US" dirty="0"/>
              <a:t>OER step 2 — OMEGA Reference Model – Transferring of Ownership</a:t>
            </a:r>
          </a:p>
        </p:txBody>
      </p:sp>
      <p:sp>
        <p:nvSpPr>
          <p:cNvPr id="5" name="TextBox 4">
            <a:extLst>
              <a:ext uri="{FF2B5EF4-FFF2-40B4-BE49-F238E27FC236}">
                <a16:creationId xmlns:a16="http://schemas.microsoft.com/office/drawing/2014/main" id="{1C608408-03A5-0245-8381-278CB63467E5}"/>
              </a:ext>
            </a:extLst>
          </p:cNvPr>
          <p:cNvSpPr txBox="1"/>
          <p:nvPr/>
        </p:nvSpPr>
        <p:spPr>
          <a:xfrm>
            <a:off x="5750943" y="2400101"/>
            <a:ext cx="5727402" cy="2800767"/>
          </a:xfrm>
          <a:prstGeom prst="rect">
            <a:avLst/>
          </a:prstGeom>
          <a:noFill/>
        </p:spPr>
        <p:txBody>
          <a:bodyPr wrap="none" rtlCol="0">
            <a:spAutoFit/>
          </a:bodyPr>
          <a:lstStyle/>
          <a:p>
            <a:r>
              <a:rPr lang="en-US" sz="1600" dirty="0"/>
              <a:t>[</a:t>
            </a:r>
            <a:r>
              <a:rPr lang="en-US" sz="1600" dirty="0" err="1"/>
              <a:t>casekind</a:t>
            </a:r>
            <a:r>
              <a:rPr lang="en-US" sz="1600" dirty="0"/>
              <a:t>]			= ownership transfer (sale)</a:t>
            </a:r>
          </a:p>
          <a:p>
            <a:r>
              <a:rPr lang="en-US" sz="1600" dirty="0"/>
              <a:t>production		= completing</a:t>
            </a:r>
          </a:p>
          <a:p>
            <a:endParaRPr lang="en-US" sz="1600" dirty="0"/>
          </a:p>
          <a:p>
            <a:r>
              <a:rPr lang="en-US" sz="1600" dirty="0"/>
              <a:t>[</a:t>
            </a:r>
            <a:r>
              <a:rPr lang="en-US" sz="1600" dirty="0" err="1"/>
              <a:t>casekind</a:t>
            </a:r>
            <a:r>
              <a:rPr lang="en-US" sz="1600" dirty="0"/>
              <a:t>]			= ownership transfer (sale)</a:t>
            </a:r>
          </a:p>
          <a:p>
            <a:r>
              <a:rPr lang="en-US" sz="1600" dirty="0"/>
              <a:t>production		= preparing</a:t>
            </a:r>
          </a:p>
          <a:p>
            <a:endParaRPr lang="en-US" sz="1600" dirty="0"/>
          </a:p>
          <a:p>
            <a:r>
              <a:rPr lang="en-US" sz="1600" dirty="0"/>
              <a:t>[</a:t>
            </a:r>
            <a:r>
              <a:rPr lang="en-US" sz="1600" dirty="0" err="1"/>
              <a:t>casekind</a:t>
            </a:r>
            <a:r>
              <a:rPr lang="en-US" sz="1600" dirty="0"/>
              <a:t>]			= ownership transfer (sale)</a:t>
            </a:r>
          </a:p>
          <a:p>
            <a:r>
              <a:rPr lang="en-US" sz="1600" dirty="0"/>
              <a:t>production		= paying (normal outside focus)</a:t>
            </a:r>
          </a:p>
          <a:p>
            <a:endParaRPr lang="en-US" sz="1600" dirty="0"/>
          </a:p>
          <a:p>
            <a:r>
              <a:rPr lang="en-US" sz="1600" dirty="0"/>
              <a:t>[</a:t>
            </a:r>
            <a:r>
              <a:rPr lang="en-US" sz="1600" dirty="0" err="1"/>
              <a:t>casekind</a:t>
            </a:r>
            <a:r>
              <a:rPr lang="en-US" sz="1600" dirty="0"/>
              <a:t>]			= ownership transfer (sale)</a:t>
            </a:r>
          </a:p>
          <a:p>
            <a:r>
              <a:rPr lang="en-US" sz="1600" dirty="0"/>
              <a:t>production		= delivering (optional, so 0..1)</a:t>
            </a:r>
          </a:p>
        </p:txBody>
      </p:sp>
      <p:pic>
        <p:nvPicPr>
          <p:cNvPr id="6" name="Picture 5">
            <a:extLst>
              <a:ext uri="{FF2B5EF4-FFF2-40B4-BE49-F238E27FC236}">
                <a16:creationId xmlns:a16="http://schemas.microsoft.com/office/drawing/2014/main" id="{06FD0C76-2A3A-ED65-4DA8-94C6C51F00C4}"/>
              </a:ext>
            </a:extLst>
          </p:cNvPr>
          <p:cNvPicPr>
            <a:picLocks noChangeAspect="1"/>
          </p:cNvPicPr>
          <p:nvPr/>
        </p:nvPicPr>
        <p:blipFill>
          <a:blip r:embed="rId3"/>
          <a:stretch>
            <a:fillRect/>
          </a:stretch>
        </p:blipFill>
        <p:spPr>
          <a:xfrm>
            <a:off x="1417171" y="1613202"/>
            <a:ext cx="3137576" cy="4374566"/>
          </a:xfrm>
          <a:prstGeom prst="rect">
            <a:avLst/>
          </a:prstGeom>
        </p:spPr>
      </p:pic>
    </p:spTree>
    <p:extLst>
      <p:ext uri="{BB962C8B-B14F-4D97-AF65-F5344CB8AC3E}">
        <p14:creationId xmlns:p14="http://schemas.microsoft.com/office/powerpoint/2010/main" val="659179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3DF4-BF91-E12F-1A8B-E9B1A115E13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8CAB409-2E4D-16AA-E666-D62B275A27CE}"/>
              </a:ext>
            </a:extLst>
          </p:cNvPr>
          <p:cNvSpPr>
            <a:spLocks noGrp="1"/>
          </p:cNvSpPr>
          <p:nvPr>
            <p:ph type="body" sz="quarter" idx="15"/>
          </p:nvPr>
        </p:nvSpPr>
        <p:spPr>
          <a:xfrm>
            <a:off x="662547" y="527308"/>
            <a:ext cx="8476197" cy="341632"/>
          </a:xfrm>
        </p:spPr>
        <p:txBody>
          <a:bodyPr/>
          <a:lstStyle/>
          <a:p>
            <a:r>
              <a:rPr lang="en-US" dirty="0"/>
              <a:t>OER step 2 — OMEGA Reference Model – Transporting and Storing</a:t>
            </a:r>
          </a:p>
        </p:txBody>
      </p:sp>
      <p:sp>
        <p:nvSpPr>
          <p:cNvPr id="5" name="TextBox 4">
            <a:extLst>
              <a:ext uri="{FF2B5EF4-FFF2-40B4-BE49-F238E27FC236}">
                <a16:creationId xmlns:a16="http://schemas.microsoft.com/office/drawing/2014/main" id="{9E6F0CCC-42FF-7E07-4107-70FBE5E2D6A2}"/>
              </a:ext>
            </a:extLst>
          </p:cNvPr>
          <p:cNvSpPr txBox="1"/>
          <p:nvPr/>
        </p:nvSpPr>
        <p:spPr>
          <a:xfrm>
            <a:off x="4842503" y="1693885"/>
            <a:ext cx="7488140" cy="4401205"/>
          </a:xfrm>
          <a:prstGeom prst="rect">
            <a:avLst/>
          </a:prstGeom>
          <a:noFill/>
        </p:spPr>
        <p:txBody>
          <a:bodyPr wrap="none" rtlCol="0">
            <a:spAutoFit/>
          </a:bodyPr>
          <a:lstStyle/>
          <a:p>
            <a:r>
              <a:rPr lang="en-US" sz="1400" dirty="0"/>
              <a:t>[</a:t>
            </a:r>
            <a:r>
              <a:rPr lang="en-US" sz="1400" dirty="0" err="1"/>
              <a:t>casekind</a:t>
            </a:r>
            <a:r>
              <a:rPr lang="en-US" sz="1400" dirty="0"/>
              <a:t>]				= type of transport</a:t>
            </a:r>
          </a:p>
          <a:p>
            <a:r>
              <a:rPr lang="en-US" sz="1400" dirty="0"/>
              <a:t>production				= completing</a:t>
            </a:r>
          </a:p>
          <a:p>
            <a:endParaRPr lang="en-US" sz="1400" dirty="0"/>
          </a:p>
          <a:p>
            <a:r>
              <a:rPr lang="en-US" sz="1400" dirty="0"/>
              <a:t>receptable content of [</a:t>
            </a:r>
            <a:r>
              <a:rPr lang="en-US" sz="1400" dirty="0" err="1"/>
              <a:t>casekind</a:t>
            </a:r>
            <a:r>
              <a:rPr lang="en-US" sz="1400" dirty="0"/>
              <a:t>]		= what is being transported (container content)</a:t>
            </a:r>
          </a:p>
          <a:p>
            <a:r>
              <a:rPr lang="en-US" sz="1400" dirty="0"/>
              <a:t>production				= releasing</a:t>
            </a:r>
          </a:p>
          <a:p>
            <a:endParaRPr lang="en-US" sz="1400" dirty="0"/>
          </a:p>
          <a:p>
            <a:r>
              <a:rPr lang="en-US" sz="1400" dirty="0"/>
              <a:t>receptable content of [</a:t>
            </a:r>
            <a:r>
              <a:rPr lang="en-US" sz="1400" dirty="0" err="1"/>
              <a:t>casekind</a:t>
            </a:r>
            <a:r>
              <a:rPr lang="en-US" sz="1400" dirty="0"/>
              <a:t>]		= what is being transported (container content)</a:t>
            </a:r>
          </a:p>
          <a:p>
            <a:r>
              <a:rPr lang="en-US" sz="1400" dirty="0"/>
              <a:t>production				= transporting</a:t>
            </a:r>
          </a:p>
          <a:p>
            <a:endParaRPr lang="en-US" sz="1400" dirty="0"/>
          </a:p>
          <a:p>
            <a:r>
              <a:rPr lang="en-US" sz="1400" dirty="0"/>
              <a:t>receptable content of [</a:t>
            </a:r>
            <a:r>
              <a:rPr lang="en-US" sz="1400" dirty="0" err="1"/>
              <a:t>casekind</a:t>
            </a:r>
            <a:r>
              <a:rPr lang="en-US" sz="1400" dirty="0"/>
              <a:t>]		= what is being transported (container content)</a:t>
            </a:r>
          </a:p>
          <a:p>
            <a:r>
              <a:rPr lang="en-US" sz="1400" dirty="0"/>
              <a:t>production				= unloading</a:t>
            </a:r>
          </a:p>
          <a:p>
            <a:endParaRPr lang="en-US" sz="1400" dirty="0"/>
          </a:p>
          <a:p>
            <a:r>
              <a:rPr lang="en-US" sz="1400" dirty="0"/>
              <a:t>receptable of receptable content of [</a:t>
            </a:r>
            <a:r>
              <a:rPr lang="en-US" sz="1400" dirty="0" err="1"/>
              <a:t>casekind</a:t>
            </a:r>
            <a:r>
              <a:rPr lang="en-US" sz="1400" dirty="0"/>
              <a:t>] 	= what contains the content (container)</a:t>
            </a:r>
          </a:p>
          <a:p>
            <a:r>
              <a:rPr lang="en-US" sz="1400" dirty="0"/>
              <a:t>production				= picking</a:t>
            </a:r>
          </a:p>
          <a:p>
            <a:endParaRPr lang="en-US" sz="1400" dirty="0"/>
          </a:p>
          <a:p>
            <a:r>
              <a:rPr lang="en-US" sz="1400" dirty="0"/>
              <a:t>receptable of receptable content of [</a:t>
            </a:r>
            <a:r>
              <a:rPr lang="en-US" sz="1400" dirty="0" err="1"/>
              <a:t>casekind</a:t>
            </a:r>
            <a:r>
              <a:rPr lang="en-US" sz="1400" dirty="0"/>
              <a:t>] 	= what contains the content (container)</a:t>
            </a:r>
          </a:p>
          <a:p>
            <a:r>
              <a:rPr lang="en-US" sz="1400" dirty="0"/>
              <a:t>production				= moving</a:t>
            </a:r>
          </a:p>
          <a:p>
            <a:endParaRPr lang="en-US" sz="1400" dirty="0"/>
          </a:p>
          <a:p>
            <a:r>
              <a:rPr lang="en-US" sz="1400" dirty="0"/>
              <a:t>receptable of receptable content of [</a:t>
            </a:r>
            <a:r>
              <a:rPr lang="en-US" sz="1400" dirty="0" err="1"/>
              <a:t>casekind</a:t>
            </a:r>
            <a:r>
              <a:rPr lang="en-US" sz="1400" dirty="0"/>
              <a:t>] 	= what contains the content (container)</a:t>
            </a:r>
          </a:p>
          <a:p>
            <a:r>
              <a:rPr lang="en-US" sz="1400" dirty="0"/>
              <a:t>production				= discharging</a:t>
            </a:r>
          </a:p>
        </p:txBody>
      </p:sp>
      <p:pic>
        <p:nvPicPr>
          <p:cNvPr id="6" name="Picture 5">
            <a:extLst>
              <a:ext uri="{FF2B5EF4-FFF2-40B4-BE49-F238E27FC236}">
                <a16:creationId xmlns:a16="http://schemas.microsoft.com/office/drawing/2014/main" id="{8E282D3F-9269-9D5C-17E9-F86DECA7B4F7}"/>
              </a:ext>
            </a:extLst>
          </p:cNvPr>
          <p:cNvPicPr>
            <a:picLocks noChangeAspect="1"/>
          </p:cNvPicPr>
          <p:nvPr/>
        </p:nvPicPr>
        <p:blipFill>
          <a:blip r:embed="rId3"/>
          <a:stretch>
            <a:fillRect/>
          </a:stretch>
        </p:blipFill>
        <p:spPr>
          <a:xfrm>
            <a:off x="428596" y="1538494"/>
            <a:ext cx="4221257" cy="4711986"/>
          </a:xfrm>
          <a:prstGeom prst="rect">
            <a:avLst/>
          </a:prstGeom>
        </p:spPr>
      </p:pic>
    </p:spTree>
    <p:extLst>
      <p:ext uri="{BB962C8B-B14F-4D97-AF65-F5344CB8AC3E}">
        <p14:creationId xmlns:p14="http://schemas.microsoft.com/office/powerpoint/2010/main" val="2820416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01C82-C15D-3C57-6212-D7375661579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3AC800-9E50-2291-EF58-74831F4A5887}"/>
              </a:ext>
            </a:extLst>
          </p:cNvPr>
          <p:cNvSpPr>
            <a:spLocks noGrp="1"/>
          </p:cNvSpPr>
          <p:nvPr>
            <p:ph type="body" sz="quarter" idx="15"/>
          </p:nvPr>
        </p:nvSpPr>
        <p:spPr>
          <a:xfrm>
            <a:off x="662547" y="527308"/>
            <a:ext cx="8476197" cy="341632"/>
          </a:xfrm>
        </p:spPr>
        <p:txBody>
          <a:bodyPr/>
          <a:lstStyle/>
          <a:p>
            <a:r>
              <a:rPr lang="en-US" dirty="0"/>
              <a:t>OER step 2 — OMEGA Reference Model – Obtaining Usufruct</a:t>
            </a:r>
          </a:p>
        </p:txBody>
      </p:sp>
      <p:sp>
        <p:nvSpPr>
          <p:cNvPr id="5" name="TextBox 4">
            <a:extLst>
              <a:ext uri="{FF2B5EF4-FFF2-40B4-BE49-F238E27FC236}">
                <a16:creationId xmlns:a16="http://schemas.microsoft.com/office/drawing/2014/main" id="{94A4BAA3-59C7-AB1E-2984-D56D51A3F9DC}"/>
              </a:ext>
            </a:extLst>
          </p:cNvPr>
          <p:cNvSpPr txBox="1"/>
          <p:nvPr/>
        </p:nvSpPr>
        <p:spPr>
          <a:xfrm>
            <a:off x="4900645" y="2344699"/>
            <a:ext cx="7249870" cy="3108543"/>
          </a:xfrm>
          <a:prstGeom prst="rect">
            <a:avLst/>
          </a:prstGeom>
          <a:noFill/>
        </p:spPr>
        <p:txBody>
          <a:bodyPr wrap="none" rtlCol="0">
            <a:spAutoFit/>
          </a:bodyPr>
          <a:lstStyle/>
          <a:p>
            <a:r>
              <a:rPr lang="en-US" sz="1400" dirty="0"/>
              <a:t>[</a:t>
            </a:r>
            <a:r>
              <a:rPr lang="en-US" sz="1400" dirty="0" err="1"/>
              <a:t>casekind</a:t>
            </a:r>
            <a:r>
              <a:rPr lang="en-US" sz="1400" dirty="0"/>
              <a:t>]				= type of usufruct</a:t>
            </a:r>
          </a:p>
          <a:p>
            <a:r>
              <a:rPr lang="en-US" sz="1400" dirty="0"/>
              <a:t>production				= concluder</a:t>
            </a:r>
          </a:p>
          <a:p>
            <a:endParaRPr lang="en-US" sz="1400" dirty="0"/>
          </a:p>
          <a:p>
            <a:r>
              <a:rPr lang="en-US" sz="1400" dirty="0"/>
              <a:t>resource of [</a:t>
            </a:r>
            <a:r>
              <a:rPr lang="en-US" sz="1400" dirty="0" err="1"/>
              <a:t>casekind</a:t>
            </a:r>
            <a:r>
              <a:rPr lang="en-US" sz="1400" dirty="0"/>
              <a:t>]			= what is being used (car, hotel room, book)</a:t>
            </a:r>
          </a:p>
          <a:p>
            <a:r>
              <a:rPr lang="en-US" sz="1400" dirty="0"/>
              <a:t>production				= seizing</a:t>
            </a:r>
          </a:p>
          <a:p>
            <a:endParaRPr lang="en-US" sz="1400" dirty="0"/>
          </a:p>
          <a:p>
            <a:r>
              <a:rPr lang="en-US" sz="1400" dirty="0"/>
              <a:t>resource of [</a:t>
            </a:r>
            <a:r>
              <a:rPr lang="en-US" sz="1400" dirty="0" err="1"/>
              <a:t>casekind</a:t>
            </a:r>
            <a:r>
              <a:rPr lang="en-US" sz="1400" dirty="0"/>
              <a:t>] 			= what is being used (car, hotel room, book)</a:t>
            </a:r>
          </a:p>
          <a:p>
            <a:r>
              <a:rPr lang="en-US" sz="1400" dirty="0"/>
              <a:t>production				= releasing</a:t>
            </a:r>
          </a:p>
          <a:p>
            <a:endParaRPr lang="en-US" sz="1400" dirty="0"/>
          </a:p>
          <a:p>
            <a:r>
              <a:rPr lang="en-US" sz="1400" dirty="0"/>
              <a:t>usufruct agreement of [</a:t>
            </a:r>
            <a:r>
              <a:rPr lang="en-US" sz="1400" dirty="0" err="1"/>
              <a:t>casekind</a:t>
            </a:r>
            <a:r>
              <a:rPr lang="en-US" sz="1400" dirty="0"/>
              <a:t>]		= what supports multiple use (membership)</a:t>
            </a:r>
          </a:p>
          <a:p>
            <a:r>
              <a:rPr lang="en-US" sz="1400" dirty="0"/>
              <a:t>production				= starting</a:t>
            </a:r>
          </a:p>
          <a:p>
            <a:endParaRPr lang="en-US" sz="1400" dirty="0"/>
          </a:p>
          <a:p>
            <a:r>
              <a:rPr lang="en-US" sz="1400" dirty="0"/>
              <a:t>usufruct agreement of [</a:t>
            </a:r>
            <a:r>
              <a:rPr lang="en-US" sz="1400" dirty="0" err="1"/>
              <a:t>casekind</a:t>
            </a:r>
            <a:r>
              <a:rPr lang="en-US" sz="1400" dirty="0"/>
              <a:t>]		= what supports multiple use (membership)</a:t>
            </a:r>
          </a:p>
          <a:p>
            <a:r>
              <a:rPr lang="en-US" sz="1400" dirty="0"/>
              <a:t>production				= ending</a:t>
            </a:r>
          </a:p>
        </p:txBody>
      </p:sp>
      <p:pic>
        <p:nvPicPr>
          <p:cNvPr id="4" name="Picture 3">
            <a:extLst>
              <a:ext uri="{FF2B5EF4-FFF2-40B4-BE49-F238E27FC236}">
                <a16:creationId xmlns:a16="http://schemas.microsoft.com/office/drawing/2014/main" id="{500A300D-550F-AFA5-896A-6300926F8F2D}"/>
              </a:ext>
            </a:extLst>
          </p:cNvPr>
          <p:cNvPicPr>
            <a:picLocks noChangeAspect="1"/>
          </p:cNvPicPr>
          <p:nvPr/>
        </p:nvPicPr>
        <p:blipFill>
          <a:blip r:embed="rId3"/>
          <a:stretch>
            <a:fillRect/>
          </a:stretch>
        </p:blipFill>
        <p:spPr>
          <a:xfrm>
            <a:off x="566623" y="2220009"/>
            <a:ext cx="4166404" cy="3357924"/>
          </a:xfrm>
          <a:prstGeom prst="rect">
            <a:avLst/>
          </a:prstGeom>
        </p:spPr>
      </p:pic>
    </p:spTree>
    <p:extLst>
      <p:ext uri="{BB962C8B-B14F-4D97-AF65-F5344CB8AC3E}">
        <p14:creationId xmlns:p14="http://schemas.microsoft.com/office/powerpoint/2010/main" val="2524641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A1CB5-2E0A-5C33-A242-5C42C6A6070F}"/>
              </a:ext>
            </a:extLst>
          </p:cNvPr>
          <p:cNvSpPr>
            <a:spLocks noGrp="1"/>
          </p:cNvSpPr>
          <p:nvPr>
            <p:ph type="title"/>
          </p:nvPr>
        </p:nvSpPr>
        <p:spPr/>
        <p:txBody>
          <a:bodyPr/>
          <a:lstStyle/>
          <a:p>
            <a:r>
              <a:rPr lang="en-US" dirty="0"/>
              <a:t>Expanding the ontology with Informational</a:t>
            </a:r>
          </a:p>
        </p:txBody>
      </p:sp>
      <p:sp>
        <p:nvSpPr>
          <p:cNvPr id="3" name="Text Placeholder 2">
            <a:extLst>
              <a:ext uri="{FF2B5EF4-FFF2-40B4-BE49-F238E27FC236}">
                <a16:creationId xmlns:a16="http://schemas.microsoft.com/office/drawing/2014/main" id="{242A366E-B43A-F2A9-8C40-2C920874BA87}"/>
              </a:ext>
            </a:extLst>
          </p:cNvPr>
          <p:cNvSpPr>
            <a:spLocks noGrp="1"/>
          </p:cNvSpPr>
          <p:nvPr>
            <p:ph type="body" sz="quarter" idx="37"/>
          </p:nvPr>
        </p:nvSpPr>
        <p:spPr/>
        <p:txBody>
          <a:bodyPr/>
          <a:lstStyle/>
          <a:p>
            <a:endParaRPr lang="en-US"/>
          </a:p>
        </p:txBody>
      </p:sp>
    </p:spTree>
    <p:extLst>
      <p:ext uri="{BB962C8B-B14F-4D97-AF65-F5344CB8AC3E}">
        <p14:creationId xmlns:p14="http://schemas.microsoft.com/office/powerpoint/2010/main" val="266326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0DFBF-EB45-43DA-344C-525A3738610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ACA582F-17A5-12FD-91E1-72B9FE683ECC}"/>
              </a:ext>
            </a:extLst>
          </p:cNvPr>
          <p:cNvSpPr>
            <a:spLocks noGrp="1"/>
          </p:cNvSpPr>
          <p:nvPr>
            <p:ph type="body" sz="quarter" idx="15"/>
          </p:nvPr>
        </p:nvSpPr>
        <p:spPr/>
        <p:txBody>
          <a:bodyPr/>
          <a:lstStyle/>
          <a:p>
            <a:r>
              <a:rPr lang="en-US" dirty="0"/>
              <a:t>OER — Summary OMEGA Transactor Types</a:t>
            </a:r>
          </a:p>
        </p:txBody>
      </p:sp>
      <p:graphicFrame>
        <p:nvGraphicFramePr>
          <p:cNvPr id="6" name="Table 5">
            <a:extLst>
              <a:ext uri="{FF2B5EF4-FFF2-40B4-BE49-F238E27FC236}">
                <a16:creationId xmlns:a16="http://schemas.microsoft.com/office/drawing/2014/main" id="{F9D4003C-0FBB-901A-B98E-F82178B14F5E}"/>
              </a:ext>
            </a:extLst>
          </p:cNvPr>
          <p:cNvGraphicFramePr>
            <a:graphicFrameLocks noGrp="1"/>
          </p:cNvGraphicFramePr>
          <p:nvPr/>
        </p:nvGraphicFramePr>
        <p:xfrm>
          <a:off x="2262036" y="1093477"/>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182745304"/>
                    </a:ext>
                  </a:extLst>
                </a:gridCol>
                <a:gridCol w="2709333">
                  <a:extLst>
                    <a:ext uri="{9D8B030D-6E8A-4147-A177-3AD203B41FA5}">
                      <a16:colId xmlns:a16="http://schemas.microsoft.com/office/drawing/2014/main" val="236540413"/>
                    </a:ext>
                  </a:extLst>
                </a:gridCol>
                <a:gridCol w="2709333">
                  <a:extLst>
                    <a:ext uri="{9D8B030D-6E8A-4147-A177-3AD203B41FA5}">
                      <a16:colId xmlns:a16="http://schemas.microsoft.com/office/drawing/2014/main" val="4136583999"/>
                    </a:ext>
                  </a:extLst>
                </a:gridCol>
              </a:tblGrid>
              <a:tr h="370840">
                <a:tc>
                  <a:txBody>
                    <a:bodyPr/>
                    <a:lstStyle/>
                    <a:p>
                      <a:endParaRPr lang="en-US" dirty="0"/>
                    </a:p>
                  </a:txBody>
                  <a:tcPr>
                    <a:solidFill>
                      <a:srgbClr val="0A3869"/>
                    </a:solidFill>
                  </a:tcPr>
                </a:tc>
                <a:tc>
                  <a:txBody>
                    <a:bodyPr/>
                    <a:lstStyle/>
                    <a:p>
                      <a:r>
                        <a:rPr lang="en-US" dirty="0"/>
                        <a:t>Tangible things</a:t>
                      </a:r>
                    </a:p>
                  </a:txBody>
                  <a:tcPr>
                    <a:solidFill>
                      <a:srgbClr val="0A386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Intangible things</a:t>
                      </a:r>
                    </a:p>
                  </a:txBody>
                  <a:tcPr>
                    <a:solidFill>
                      <a:srgbClr val="0A3869"/>
                    </a:solidFill>
                  </a:tcPr>
                </a:tc>
                <a:extLst>
                  <a:ext uri="{0D108BD9-81ED-4DB2-BD59-A6C34878D82A}">
                    <a16:rowId xmlns:a16="http://schemas.microsoft.com/office/drawing/2014/main" val="1816364570"/>
                  </a:ext>
                </a:extLst>
              </a:tr>
              <a:tr h="370840">
                <a:tc>
                  <a:txBody>
                    <a:bodyPr/>
                    <a:lstStyle/>
                    <a:p>
                      <a:r>
                        <a:rPr lang="en-US" dirty="0"/>
                        <a:t>Creating and Changing</a:t>
                      </a:r>
                    </a:p>
                  </a:txBody>
                  <a:tcPr/>
                </a:tc>
                <a:tc>
                  <a:txBody>
                    <a:bodyPr/>
                    <a:lstStyle/>
                    <a:p>
                      <a:pPr algn="ctr"/>
                      <a:r>
                        <a:rPr lang="en-US" dirty="0"/>
                        <a:t>A1</a:t>
                      </a:r>
                    </a:p>
                  </a:txBody>
                  <a:tcPr/>
                </a:tc>
                <a:tc>
                  <a:txBody>
                    <a:bodyPr/>
                    <a:lstStyle/>
                    <a:p>
                      <a:pPr algn="ctr"/>
                      <a:r>
                        <a:rPr lang="en-US" dirty="0"/>
                        <a:t>B1</a:t>
                      </a:r>
                    </a:p>
                  </a:txBody>
                  <a:tcPr/>
                </a:tc>
                <a:extLst>
                  <a:ext uri="{0D108BD9-81ED-4DB2-BD59-A6C34878D82A}">
                    <a16:rowId xmlns:a16="http://schemas.microsoft.com/office/drawing/2014/main" val="1240353458"/>
                  </a:ext>
                </a:extLst>
              </a:tr>
              <a:tr h="370840">
                <a:tc>
                  <a:txBody>
                    <a:bodyPr/>
                    <a:lstStyle/>
                    <a:p>
                      <a:r>
                        <a:rPr lang="en-US" dirty="0"/>
                        <a:t>Transporting and Storing</a:t>
                      </a:r>
                    </a:p>
                  </a:txBody>
                  <a:tcPr/>
                </a:tc>
                <a:tc>
                  <a:txBody>
                    <a:bodyPr/>
                    <a:lstStyle/>
                    <a:p>
                      <a:pPr algn="ctr"/>
                      <a:r>
                        <a:rPr lang="en-US" dirty="0"/>
                        <a:t>A2</a:t>
                      </a:r>
                    </a:p>
                  </a:txBody>
                  <a:tcPr/>
                </a:tc>
                <a:tc>
                  <a:txBody>
                    <a:bodyPr/>
                    <a:lstStyle/>
                    <a:p>
                      <a:pPr algn="ctr"/>
                      <a:r>
                        <a:rPr lang="en-US" dirty="0"/>
                        <a:t>*not applicable*</a:t>
                      </a:r>
                    </a:p>
                  </a:txBody>
                  <a:tcPr/>
                </a:tc>
                <a:extLst>
                  <a:ext uri="{0D108BD9-81ED-4DB2-BD59-A6C34878D82A}">
                    <a16:rowId xmlns:a16="http://schemas.microsoft.com/office/drawing/2014/main" val="231861829"/>
                  </a:ext>
                </a:extLst>
              </a:tr>
              <a:tr h="370840">
                <a:tc>
                  <a:txBody>
                    <a:bodyPr/>
                    <a:lstStyle/>
                    <a:p>
                      <a:r>
                        <a:rPr lang="en-US" dirty="0"/>
                        <a:t>Transferring Ownership</a:t>
                      </a:r>
                    </a:p>
                  </a:txBody>
                  <a:tcPr/>
                </a:tc>
                <a:tc>
                  <a:txBody>
                    <a:bodyPr/>
                    <a:lstStyle/>
                    <a:p>
                      <a:pPr algn="ctr"/>
                      <a:r>
                        <a:rPr lang="en-US" dirty="0"/>
                        <a:t>A3</a:t>
                      </a:r>
                    </a:p>
                  </a:txBody>
                  <a:tcPr/>
                </a:tc>
                <a:tc>
                  <a:txBody>
                    <a:bodyPr/>
                    <a:lstStyle/>
                    <a:p>
                      <a:pPr algn="ctr"/>
                      <a:r>
                        <a:rPr lang="en-US" dirty="0"/>
                        <a:t>B3</a:t>
                      </a:r>
                    </a:p>
                  </a:txBody>
                  <a:tcPr/>
                </a:tc>
                <a:extLst>
                  <a:ext uri="{0D108BD9-81ED-4DB2-BD59-A6C34878D82A}">
                    <a16:rowId xmlns:a16="http://schemas.microsoft.com/office/drawing/2014/main" val="2135995827"/>
                  </a:ext>
                </a:extLst>
              </a:tr>
              <a:tr h="370840">
                <a:tc>
                  <a:txBody>
                    <a:bodyPr/>
                    <a:lstStyle/>
                    <a:p>
                      <a:r>
                        <a:rPr lang="en-US" dirty="0"/>
                        <a:t>Obtaining Usufruct</a:t>
                      </a:r>
                    </a:p>
                  </a:txBody>
                  <a:tcPr/>
                </a:tc>
                <a:tc>
                  <a:txBody>
                    <a:bodyPr/>
                    <a:lstStyle/>
                    <a:p>
                      <a:pPr algn="ctr"/>
                      <a:r>
                        <a:rPr lang="en-US" dirty="0"/>
                        <a:t>A4</a:t>
                      </a:r>
                    </a:p>
                  </a:txBody>
                  <a:tcPr/>
                </a:tc>
                <a:tc>
                  <a:txBody>
                    <a:bodyPr/>
                    <a:lstStyle/>
                    <a:p>
                      <a:pPr algn="ctr"/>
                      <a:r>
                        <a:rPr lang="en-US" dirty="0"/>
                        <a:t>B4</a:t>
                      </a:r>
                    </a:p>
                  </a:txBody>
                  <a:tcPr/>
                </a:tc>
                <a:extLst>
                  <a:ext uri="{0D108BD9-81ED-4DB2-BD59-A6C34878D82A}">
                    <a16:rowId xmlns:a16="http://schemas.microsoft.com/office/drawing/2014/main" val="1423081380"/>
                  </a:ext>
                </a:extLst>
              </a:tr>
            </a:tbl>
          </a:graphicData>
        </a:graphic>
      </p:graphicFrame>
      <p:cxnSp>
        <p:nvCxnSpPr>
          <p:cNvPr id="8" name="Straight Connector 7">
            <a:extLst>
              <a:ext uri="{FF2B5EF4-FFF2-40B4-BE49-F238E27FC236}">
                <a16:creationId xmlns:a16="http://schemas.microsoft.com/office/drawing/2014/main" id="{048AAEB9-3840-3ECF-823B-D9B1554AFBC9}"/>
              </a:ext>
            </a:extLst>
          </p:cNvPr>
          <p:cNvCxnSpPr>
            <a:cxnSpLocks/>
          </p:cNvCxnSpPr>
          <p:nvPr/>
        </p:nvCxnSpPr>
        <p:spPr>
          <a:xfrm>
            <a:off x="6096000" y="3055987"/>
            <a:ext cx="0" cy="3609035"/>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85767C44-E12B-9A15-7326-0FAFEFFE12A4}"/>
              </a:ext>
            </a:extLst>
          </p:cNvPr>
          <p:cNvCxnSpPr>
            <a:cxnSpLocks/>
          </p:cNvCxnSpPr>
          <p:nvPr/>
        </p:nvCxnSpPr>
        <p:spPr>
          <a:xfrm>
            <a:off x="3048000" y="3048957"/>
            <a:ext cx="0" cy="3623094"/>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4ED94046-CD79-639A-12BE-804188E986F2}"/>
              </a:ext>
            </a:extLst>
          </p:cNvPr>
          <p:cNvCxnSpPr>
            <a:cxnSpLocks/>
          </p:cNvCxnSpPr>
          <p:nvPr/>
        </p:nvCxnSpPr>
        <p:spPr>
          <a:xfrm>
            <a:off x="9144000" y="3048957"/>
            <a:ext cx="0" cy="3623094"/>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841B0346-CB1E-7C2E-6BEB-AABE9B78AB18}"/>
              </a:ext>
            </a:extLst>
          </p:cNvPr>
          <p:cNvCxnSpPr>
            <a:cxnSpLocks/>
          </p:cNvCxnSpPr>
          <p:nvPr/>
        </p:nvCxnSpPr>
        <p:spPr>
          <a:xfrm>
            <a:off x="0" y="3048957"/>
            <a:ext cx="0" cy="3623094"/>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2CA87B79-FF5A-8C70-5750-63E2EFFE4912}"/>
              </a:ext>
            </a:extLst>
          </p:cNvPr>
          <p:cNvCxnSpPr>
            <a:cxnSpLocks/>
          </p:cNvCxnSpPr>
          <p:nvPr/>
        </p:nvCxnSpPr>
        <p:spPr>
          <a:xfrm>
            <a:off x="12192000" y="3048957"/>
            <a:ext cx="0" cy="3623094"/>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FCAF9CF5-0489-C1DC-7330-B2A5A0898CAB}"/>
              </a:ext>
            </a:extLst>
          </p:cNvPr>
          <p:cNvCxnSpPr/>
          <p:nvPr/>
        </p:nvCxnSpPr>
        <p:spPr>
          <a:xfrm>
            <a:off x="0" y="3048957"/>
            <a:ext cx="12192000" cy="7030"/>
          </a:xfrm>
          <a:prstGeom prst="line">
            <a:avLst/>
          </a:prstGeom>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D1DB2DBC-ECE6-2E8D-9E34-E248F596661A}"/>
              </a:ext>
            </a:extLst>
          </p:cNvPr>
          <p:cNvSpPr txBox="1"/>
          <p:nvPr/>
        </p:nvSpPr>
        <p:spPr>
          <a:xfrm>
            <a:off x="0" y="3055987"/>
            <a:ext cx="291858" cy="369332"/>
          </a:xfrm>
          <a:prstGeom prst="rect">
            <a:avLst/>
          </a:prstGeom>
          <a:noFill/>
        </p:spPr>
        <p:txBody>
          <a:bodyPr wrap="square">
            <a:spAutoFit/>
          </a:bodyPr>
          <a:lstStyle/>
          <a:p>
            <a:r>
              <a:rPr lang="en-US" sz="1800" dirty="0"/>
              <a:t>1</a:t>
            </a:r>
            <a:endParaRPr lang="en-US" dirty="0"/>
          </a:p>
        </p:txBody>
      </p:sp>
      <p:sp>
        <p:nvSpPr>
          <p:cNvPr id="21" name="TextBox 20">
            <a:extLst>
              <a:ext uri="{FF2B5EF4-FFF2-40B4-BE49-F238E27FC236}">
                <a16:creationId xmlns:a16="http://schemas.microsoft.com/office/drawing/2014/main" id="{D041D974-1875-8CEA-2C91-BC8F69AA8456}"/>
              </a:ext>
            </a:extLst>
          </p:cNvPr>
          <p:cNvSpPr txBox="1"/>
          <p:nvPr/>
        </p:nvSpPr>
        <p:spPr>
          <a:xfrm>
            <a:off x="3047999" y="3055987"/>
            <a:ext cx="291858" cy="369332"/>
          </a:xfrm>
          <a:prstGeom prst="rect">
            <a:avLst/>
          </a:prstGeom>
          <a:noFill/>
        </p:spPr>
        <p:txBody>
          <a:bodyPr wrap="square">
            <a:spAutoFit/>
          </a:bodyPr>
          <a:lstStyle/>
          <a:p>
            <a:r>
              <a:rPr lang="en-US" sz="1800" dirty="0"/>
              <a:t>2</a:t>
            </a:r>
            <a:endParaRPr lang="en-US" dirty="0"/>
          </a:p>
        </p:txBody>
      </p:sp>
      <p:sp>
        <p:nvSpPr>
          <p:cNvPr id="23" name="TextBox 22">
            <a:extLst>
              <a:ext uri="{FF2B5EF4-FFF2-40B4-BE49-F238E27FC236}">
                <a16:creationId xmlns:a16="http://schemas.microsoft.com/office/drawing/2014/main" id="{F31D3C7E-3E22-B98D-1051-5101B255A202}"/>
              </a:ext>
            </a:extLst>
          </p:cNvPr>
          <p:cNvSpPr txBox="1"/>
          <p:nvPr/>
        </p:nvSpPr>
        <p:spPr>
          <a:xfrm>
            <a:off x="6095998" y="3063017"/>
            <a:ext cx="291858" cy="369332"/>
          </a:xfrm>
          <a:prstGeom prst="rect">
            <a:avLst/>
          </a:prstGeom>
          <a:noFill/>
        </p:spPr>
        <p:txBody>
          <a:bodyPr wrap="square">
            <a:spAutoFit/>
          </a:bodyPr>
          <a:lstStyle/>
          <a:p>
            <a:r>
              <a:rPr lang="en-US" sz="1800" dirty="0"/>
              <a:t>3</a:t>
            </a:r>
            <a:endParaRPr lang="en-US" dirty="0"/>
          </a:p>
        </p:txBody>
      </p:sp>
      <p:sp>
        <p:nvSpPr>
          <p:cNvPr id="25" name="TextBox 24">
            <a:extLst>
              <a:ext uri="{FF2B5EF4-FFF2-40B4-BE49-F238E27FC236}">
                <a16:creationId xmlns:a16="http://schemas.microsoft.com/office/drawing/2014/main" id="{CF0673AF-87D2-B288-6B8B-0C9411F99848}"/>
              </a:ext>
            </a:extLst>
          </p:cNvPr>
          <p:cNvSpPr txBox="1"/>
          <p:nvPr/>
        </p:nvSpPr>
        <p:spPr>
          <a:xfrm>
            <a:off x="9143995" y="3063017"/>
            <a:ext cx="291858" cy="369332"/>
          </a:xfrm>
          <a:prstGeom prst="rect">
            <a:avLst/>
          </a:prstGeom>
          <a:noFill/>
        </p:spPr>
        <p:txBody>
          <a:bodyPr wrap="square">
            <a:spAutoFit/>
          </a:bodyPr>
          <a:lstStyle/>
          <a:p>
            <a:r>
              <a:rPr lang="en-US" sz="1800" dirty="0"/>
              <a:t>4</a:t>
            </a:r>
            <a:endParaRPr lang="en-US" dirty="0"/>
          </a:p>
        </p:txBody>
      </p:sp>
      <p:pic>
        <p:nvPicPr>
          <p:cNvPr id="27" name="Picture 26">
            <a:extLst>
              <a:ext uri="{FF2B5EF4-FFF2-40B4-BE49-F238E27FC236}">
                <a16:creationId xmlns:a16="http://schemas.microsoft.com/office/drawing/2014/main" id="{B5E10EE6-FA57-7AA5-5025-E9C60CB22C2A}"/>
              </a:ext>
            </a:extLst>
          </p:cNvPr>
          <p:cNvPicPr>
            <a:picLocks noChangeAspect="1"/>
          </p:cNvPicPr>
          <p:nvPr/>
        </p:nvPicPr>
        <p:blipFill>
          <a:blip r:embed="rId3"/>
          <a:stretch>
            <a:fillRect/>
          </a:stretch>
        </p:blipFill>
        <p:spPr>
          <a:xfrm>
            <a:off x="26026" y="3338485"/>
            <a:ext cx="2995944" cy="3333566"/>
          </a:xfrm>
          <a:prstGeom prst="rect">
            <a:avLst/>
          </a:prstGeom>
        </p:spPr>
      </p:pic>
      <p:pic>
        <p:nvPicPr>
          <p:cNvPr id="29" name="Picture 28">
            <a:extLst>
              <a:ext uri="{FF2B5EF4-FFF2-40B4-BE49-F238E27FC236}">
                <a16:creationId xmlns:a16="http://schemas.microsoft.com/office/drawing/2014/main" id="{94EA7069-1D8B-FE15-EDA2-1C3DCA01FE1E}"/>
              </a:ext>
            </a:extLst>
          </p:cNvPr>
          <p:cNvPicPr>
            <a:picLocks noChangeAspect="1"/>
          </p:cNvPicPr>
          <p:nvPr/>
        </p:nvPicPr>
        <p:blipFill>
          <a:blip r:embed="rId4"/>
          <a:stretch>
            <a:fillRect/>
          </a:stretch>
        </p:blipFill>
        <p:spPr>
          <a:xfrm>
            <a:off x="3074031" y="3339334"/>
            <a:ext cx="2995936" cy="3344219"/>
          </a:xfrm>
          <a:prstGeom prst="rect">
            <a:avLst/>
          </a:prstGeom>
        </p:spPr>
      </p:pic>
      <p:pic>
        <p:nvPicPr>
          <p:cNvPr id="62" name="Picture 61">
            <a:extLst>
              <a:ext uri="{FF2B5EF4-FFF2-40B4-BE49-F238E27FC236}">
                <a16:creationId xmlns:a16="http://schemas.microsoft.com/office/drawing/2014/main" id="{BAE5F3FC-19AB-4F9B-B96B-98CCF8A6243A}"/>
              </a:ext>
            </a:extLst>
          </p:cNvPr>
          <p:cNvPicPr>
            <a:picLocks noChangeAspect="1"/>
          </p:cNvPicPr>
          <p:nvPr/>
        </p:nvPicPr>
        <p:blipFill>
          <a:blip r:embed="rId5"/>
          <a:stretch>
            <a:fillRect/>
          </a:stretch>
        </p:blipFill>
        <p:spPr>
          <a:xfrm>
            <a:off x="6708038" y="3338485"/>
            <a:ext cx="1740029" cy="2426036"/>
          </a:xfrm>
          <a:prstGeom prst="rect">
            <a:avLst/>
          </a:prstGeom>
        </p:spPr>
      </p:pic>
      <p:pic>
        <p:nvPicPr>
          <p:cNvPr id="64" name="Picture 63">
            <a:extLst>
              <a:ext uri="{FF2B5EF4-FFF2-40B4-BE49-F238E27FC236}">
                <a16:creationId xmlns:a16="http://schemas.microsoft.com/office/drawing/2014/main" id="{904D07AE-1ACB-8A08-A029-745D6FD24F77}"/>
              </a:ext>
            </a:extLst>
          </p:cNvPr>
          <p:cNvPicPr>
            <a:picLocks noChangeAspect="1"/>
          </p:cNvPicPr>
          <p:nvPr/>
        </p:nvPicPr>
        <p:blipFill>
          <a:blip r:embed="rId6"/>
          <a:stretch>
            <a:fillRect/>
          </a:stretch>
        </p:blipFill>
        <p:spPr>
          <a:xfrm>
            <a:off x="9170034" y="3337206"/>
            <a:ext cx="3001425" cy="2419006"/>
          </a:xfrm>
          <a:prstGeom prst="rect">
            <a:avLst/>
          </a:prstGeom>
        </p:spPr>
      </p:pic>
      <p:pic>
        <p:nvPicPr>
          <p:cNvPr id="4" name="Picture 3">
            <a:extLst>
              <a:ext uri="{FF2B5EF4-FFF2-40B4-BE49-F238E27FC236}">
                <a16:creationId xmlns:a16="http://schemas.microsoft.com/office/drawing/2014/main" id="{7DCA4F42-0DF1-69BC-1B92-AAEA309683A7}"/>
              </a:ext>
            </a:extLst>
          </p:cNvPr>
          <p:cNvPicPr>
            <a:picLocks noChangeAspect="1"/>
          </p:cNvPicPr>
          <p:nvPr/>
        </p:nvPicPr>
        <p:blipFill>
          <a:blip r:embed="rId7"/>
          <a:stretch>
            <a:fillRect/>
          </a:stretch>
        </p:blipFill>
        <p:spPr>
          <a:xfrm>
            <a:off x="1957653" y="3348708"/>
            <a:ext cx="494166" cy="494164"/>
          </a:xfrm>
          <a:prstGeom prst="rect">
            <a:avLst/>
          </a:prstGeom>
        </p:spPr>
      </p:pic>
      <p:pic>
        <p:nvPicPr>
          <p:cNvPr id="7" name="Picture 6">
            <a:extLst>
              <a:ext uri="{FF2B5EF4-FFF2-40B4-BE49-F238E27FC236}">
                <a16:creationId xmlns:a16="http://schemas.microsoft.com/office/drawing/2014/main" id="{AF0B31E2-CCE2-43FC-F188-BC68F380D4A2}"/>
              </a:ext>
            </a:extLst>
          </p:cNvPr>
          <p:cNvPicPr>
            <a:picLocks noChangeAspect="1"/>
          </p:cNvPicPr>
          <p:nvPr/>
        </p:nvPicPr>
        <p:blipFill>
          <a:blip r:embed="rId7"/>
          <a:stretch>
            <a:fillRect/>
          </a:stretch>
        </p:blipFill>
        <p:spPr>
          <a:xfrm>
            <a:off x="5005652" y="3349950"/>
            <a:ext cx="494166" cy="494164"/>
          </a:xfrm>
          <a:prstGeom prst="rect">
            <a:avLst/>
          </a:prstGeom>
        </p:spPr>
      </p:pic>
      <p:pic>
        <p:nvPicPr>
          <p:cNvPr id="12" name="Picture 11">
            <a:extLst>
              <a:ext uri="{FF2B5EF4-FFF2-40B4-BE49-F238E27FC236}">
                <a16:creationId xmlns:a16="http://schemas.microsoft.com/office/drawing/2014/main" id="{93DD109A-6629-470D-3D06-C29465F197F6}"/>
              </a:ext>
            </a:extLst>
          </p:cNvPr>
          <p:cNvPicPr>
            <a:picLocks noChangeAspect="1"/>
          </p:cNvPicPr>
          <p:nvPr/>
        </p:nvPicPr>
        <p:blipFill>
          <a:blip r:embed="rId7"/>
          <a:stretch>
            <a:fillRect/>
          </a:stretch>
        </p:blipFill>
        <p:spPr>
          <a:xfrm>
            <a:off x="8001588" y="3348708"/>
            <a:ext cx="494166" cy="494164"/>
          </a:xfrm>
          <a:prstGeom prst="rect">
            <a:avLst/>
          </a:prstGeom>
        </p:spPr>
      </p:pic>
      <p:pic>
        <p:nvPicPr>
          <p:cNvPr id="16" name="Picture 15">
            <a:extLst>
              <a:ext uri="{FF2B5EF4-FFF2-40B4-BE49-F238E27FC236}">
                <a16:creationId xmlns:a16="http://schemas.microsoft.com/office/drawing/2014/main" id="{CDCF6912-6FF5-4C23-DA14-A7E7992FB5DD}"/>
              </a:ext>
            </a:extLst>
          </p:cNvPr>
          <p:cNvPicPr>
            <a:picLocks noChangeAspect="1"/>
          </p:cNvPicPr>
          <p:nvPr/>
        </p:nvPicPr>
        <p:blipFill>
          <a:blip r:embed="rId7"/>
          <a:stretch>
            <a:fillRect/>
          </a:stretch>
        </p:blipFill>
        <p:spPr>
          <a:xfrm>
            <a:off x="10717470" y="3348708"/>
            <a:ext cx="494166" cy="494164"/>
          </a:xfrm>
          <a:prstGeom prst="rect">
            <a:avLst/>
          </a:prstGeom>
        </p:spPr>
      </p:pic>
      <p:sp>
        <p:nvSpPr>
          <p:cNvPr id="20" name="TextBox 19">
            <a:extLst>
              <a:ext uri="{FF2B5EF4-FFF2-40B4-BE49-F238E27FC236}">
                <a16:creationId xmlns:a16="http://schemas.microsoft.com/office/drawing/2014/main" id="{FC849C1B-6443-3164-1E64-543359BD9E75}"/>
              </a:ext>
            </a:extLst>
          </p:cNvPr>
          <p:cNvSpPr txBox="1"/>
          <p:nvPr/>
        </p:nvSpPr>
        <p:spPr>
          <a:xfrm>
            <a:off x="2204736" y="3270687"/>
            <a:ext cx="291858" cy="369332"/>
          </a:xfrm>
          <a:prstGeom prst="rect">
            <a:avLst/>
          </a:prstGeom>
          <a:noFill/>
        </p:spPr>
        <p:txBody>
          <a:bodyPr wrap="square">
            <a:spAutoFit/>
          </a:bodyPr>
          <a:lstStyle/>
          <a:p>
            <a:r>
              <a:rPr lang="en-US" sz="1800" dirty="0">
                <a:solidFill>
                  <a:srgbClr val="FF0000"/>
                </a:solidFill>
              </a:rPr>
              <a:t>1</a:t>
            </a:r>
            <a:endParaRPr lang="en-US" dirty="0">
              <a:solidFill>
                <a:srgbClr val="FF0000"/>
              </a:solidFill>
            </a:endParaRPr>
          </a:p>
        </p:txBody>
      </p:sp>
      <p:sp>
        <p:nvSpPr>
          <p:cNvPr id="24" name="TextBox 23">
            <a:extLst>
              <a:ext uri="{FF2B5EF4-FFF2-40B4-BE49-F238E27FC236}">
                <a16:creationId xmlns:a16="http://schemas.microsoft.com/office/drawing/2014/main" id="{6A28F1F5-27AA-0931-F755-8599EA2D9A81}"/>
              </a:ext>
            </a:extLst>
          </p:cNvPr>
          <p:cNvSpPr txBox="1"/>
          <p:nvPr/>
        </p:nvSpPr>
        <p:spPr>
          <a:xfrm>
            <a:off x="2750653" y="4245472"/>
            <a:ext cx="291858" cy="369332"/>
          </a:xfrm>
          <a:prstGeom prst="rect">
            <a:avLst/>
          </a:prstGeom>
          <a:noFill/>
        </p:spPr>
        <p:txBody>
          <a:bodyPr wrap="square">
            <a:spAutoFit/>
          </a:bodyPr>
          <a:lstStyle/>
          <a:p>
            <a:r>
              <a:rPr lang="en-US" sz="1800" dirty="0">
                <a:solidFill>
                  <a:srgbClr val="FF0000"/>
                </a:solidFill>
              </a:rPr>
              <a:t>2</a:t>
            </a:r>
            <a:endParaRPr lang="en-US" dirty="0">
              <a:solidFill>
                <a:srgbClr val="FF0000"/>
              </a:solidFill>
            </a:endParaRPr>
          </a:p>
        </p:txBody>
      </p:sp>
      <p:sp>
        <p:nvSpPr>
          <p:cNvPr id="28" name="TextBox 27">
            <a:extLst>
              <a:ext uri="{FF2B5EF4-FFF2-40B4-BE49-F238E27FC236}">
                <a16:creationId xmlns:a16="http://schemas.microsoft.com/office/drawing/2014/main" id="{BC47A3E0-2AA5-3F98-D071-A1490C9C4216}"/>
              </a:ext>
            </a:extLst>
          </p:cNvPr>
          <p:cNvSpPr txBox="1"/>
          <p:nvPr/>
        </p:nvSpPr>
        <p:spPr>
          <a:xfrm>
            <a:off x="291858" y="5229280"/>
            <a:ext cx="291858" cy="369332"/>
          </a:xfrm>
          <a:prstGeom prst="rect">
            <a:avLst/>
          </a:prstGeom>
          <a:noFill/>
        </p:spPr>
        <p:txBody>
          <a:bodyPr wrap="square">
            <a:spAutoFit/>
          </a:bodyPr>
          <a:lstStyle/>
          <a:p>
            <a:r>
              <a:rPr lang="en-US" sz="1800" dirty="0">
                <a:solidFill>
                  <a:srgbClr val="FF0000"/>
                </a:solidFill>
              </a:rPr>
              <a:t>3</a:t>
            </a:r>
            <a:endParaRPr lang="en-US" dirty="0">
              <a:solidFill>
                <a:srgbClr val="FF0000"/>
              </a:solidFill>
            </a:endParaRPr>
          </a:p>
        </p:txBody>
      </p:sp>
      <p:sp>
        <p:nvSpPr>
          <p:cNvPr id="31" name="TextBox 30">
            <a:extLst>
              <a:ext uri="{FF2B5EF4-FFF2-40B4-BE49-F238E27FC236}">
                <a16:creationId xmlns:a16="http://schemas.microsoft.com/office/drawing/2014/main" id="{2022A41D-299E-6DC6-B5A8-D8002A818131}"/>
              </a:ext>
            </a:extLst>
          </p:cNvPr>
          <p:cNvSpPr txBox="1"/>
          <p:nvPr/>
        </p:nvSpPr>
        <p:spPr>
          <a:xfrm>
            <a:off x="2144105" y="5182875"/>
            <a:ext cx="291858" cy="369332"/>
          </a:xfrm>
          <a:prstGeom prst="rect">
            <a:avLst/>
          </a:prstGeom>
          <a:noFill/>
        </p:spPr>
        <p:txBody>
          <a:bodyPr wrap="square">
            <a:spAutoFit/>
          </a:bodyPr>
          <a:lstStyle/>
          <a:p>
            <a:r>
              <a:rPr lang="en-US" sz="1800" dirty="0">
                <a:solidFill>
                  <a:srgbClr val="FF0000"/>
                </a:solidFill>
              </a:rPr>
              <a:t>4</a:t>
            </a:r>
            <a:endParaRPr lang="en-US" dirty="0">
              <a:solidFill>
                <a:srgbClr val="FF0000"/>
              </a:solidFill>
            </a:endParaRPr>
          </a:p>
        </p:txBody>
      </p:sp>
      <p:sp>
        <p:nvSpPr>
          <p:cNvPr id="33" name="TextBox 32">
            <a:extLst>
              <a:ext uri="{FF2B5EF4-FFF2-40B4-BE49-F238E27FC236}">
                <a16:creationId xmlns:a16="http://schemas.microsoft.com/office/drawing/2014/main" id="{50EB165C-7262-574D-0817-580C1F68C32E}"/>
              </a:ext>
            </a:extLst>
          </p:cNvPr>
          <p:cNvSpPr txBox="1"/>
          <p:nvPr/>
        </p:nvSpPr>
        <p:spPr>
          <a:xfrm>
            <a:off x="902147" y="6189290"/>
            <a:ext cx="291858" cy="369332"/>
          </a:xfrm>
          <a:prstGeom prst="rect">
            <a:avLst/>
          </a:prstGeom>
          <a:noFill/>
        </p:spPr>
        <p:txBody>
          <a:bodyPr wrap="square">
            <a:spAutoFit/>
          </a:bodyPr>
          <a:lstStyle/>
          <a:p>
            <a:r>
              <a:rPr lang="en-US" sz="1800" dirty="0">
                <a:solidFill>
                  <a:srgbClr val="FF0000"/>
                </a:solidFill>
              </a:rPr>
              <a:t>5</a:t>
            </a:r>
            <a:endParaRPr lang="en-US" dirty="0">
              <a:solidFill>
                <a:srgbClr val="FF0000"/>
              </a:solidFill>
            </a:endParaRPr>
          </a:p>
        </p:txBody>
      </p:sp>
      <p:sp>
        <p:nvSpPr>
          <p:cNvPr id="35" name="TextBox 34">
            <a:extLst>
              <a:ext uri="{FF2B5EF4-FFF2-40B4-BE49-F238E27FC236}">
                <a16:creationId xmlns:a16="http://schemas.microsoft.com/office/drawing/2014/main" id="{C1C5A341-10CD-1CB5-F222-E53E8AECEFC9}"/>
              </a:ext>
            </a:extLst>
          </p:cNvPr>
          <p:cNvSpPr txBox="1"/>
          <p:nvPr/>
        </p:nvSpPr>
        <p:spPr>
          <a:xfrm>
            <a:off x="5258221" y="3270687"/>
            <a:ext cx="291858" cy="369332"/>
          </a:xfrm>
          <a:prstGeom prst="rect">
            <a:avLst/>
          </a:prstGeom>
          <a:noFill/>
        </p:spPr>
        <p:txBody>
          <a:bodyPr wrap="square">
            <a:spAutoFit/>
          </a:bodyPr>
          <a:lstStyle/>
          <a:p>
            <a:r>
              <a:rPr lang="en-US" sz="1800" dirty="0">
                <a:solidFill>
                  <a:srgbClr val="FF0000"/>
                </a:solidFill>
              </a:rPr>
              <a:t>1</a:t>
            </a:r>
            <a:endParaRPr lang="en-US" dirty="0">
              <a:solidFill>
                <a:srgbClr val="FF0000"/>
              </a:solidFill>
            </a:endParaRPr>
          </a:p>
        </p:txBody>
      </p:sp>
      <p:sp>
        <p:nvSpPr>
          <p:cNvPr id="37" name="TextBox 36">
            <a:extLst>
              <a:ext uri="{FF2B5EF4-FFF2-40B4-BE49-F238E27FC236}">
                <a16:creationId xmlns:a16="http://schemas.microsoft.com/office/drawing/2014/main" id="{588A28DD-C2B5-F9B3-0683-EF31BBABA98E}"/>
              </a:ext>
            </a:extLst>
          </p:cNvPr>
          <p:cNvSpPr txBox="1"/>
          <p:nvPr/>
        </p:nvSpPr>
        <p:spPr>
          <a:xfrm>
            <a:off x="5804138" y="4245472"/>
            <a:ext cx="291858" cy="369332"/>
          </a:xfrm>
          <a:prstGeom prst="rect">
            <a:avLst/>
          </a:prstGeom>
          <a:noFill/>
        </p:spPr>
        <p:txBody>
          <a:bodyPr wrap="square">
            <a:spAutoFit/>
          </a:bodyPr>
          <a:lstStyle/>
          <a:p>
            <a:r>
              <a:rPr lang="en-US" sz="1800" dirty="0">
                <a:solidFill>
                  <a:srgbClr val="FF0000"/>
                </a:solidFill>
              </a:rPr>
              <a:t>2</a:t>
            </a:r>
            <a:endParaRPr lang="en-US" dirty="0">
              <a:solidFill>
                <a:srgbClr val="FF0000"/>
              </a:solidFill>
            </a:endParaRPr>
          </a:p>
        </p:txBody>
      </p:sp>
      <p:sp>
        <p:nvSpPr>
          <p:cNvPr id="39" name="TextBox 38">
            <a:extLst>
              <a:ext uri="{FF2B5EF4-FFF2-40B4-BE49-F238E27FC236}">
                <a16:creationId xmlns:a16="http://schemas.microsoft.com/office/drawing/2014/main" id="{08743DB2-B6AB-98DB-BEB8-3EB61A6166F4}"/>
              </a:ext>
            </a:extLst>
          </p:cNvPr>
          <p:cNvSpPr txBox="1"/>
          <p:nvPr/>
        </p:nvSpPr>
        <p:spPr>
          <a:xfrm>
            <a:off x="3345343" y="5229280"/>
            <a:ext cx="291858" cy="369332"/>
          </a:xfrm>
          <a:prstGeom prst="rect">
            <a:avLst/>
          </a:prstGeom>
          <a:noFill/>
        </p:spPr>
        <p:txBody>
          <a:bodyPr wrap="square">
            <a:spAutoFit/>
          </a:bodyPr>
          <a:lstStyle/>
          <a:p>
            <a:r>
              <a:rPr lang="en-US" sz="1800" dirty="0">
                <a:solidFill>
                  <a:srgbClr val="FF0000"/>
                </a:solidFill>
              </a:rPr>
              <a:t>3</a:t>
            </a:r>
            <a:endParaRPr lang="en-US" dirty="0">
              <a:solidFill>
                <a:srgbClr val="FF0000"/>
              </a:solidFill>
            </a:endParaRPr>
          </a:p>
        </p:txBody>
      </p:sp>
      <p:sp>
        <p:nvSpPr>
          <p:cNvPr id="41" name="TextBox 40">
            <a:extLst>
              <a:ext uri="{FF2B5EF4-FFF2-40B4-BE49-F238E27FC236}">
                <a16:creationId xmlns:a16="http://schemas.microsoft.com/office/drawing/2014/main" id="{CDDBC24F-EEFA-985C-5D37-1E5C876A612E}"/>
              </a:ext>
            </a:extLst>
          </p:cNvPr>
          <p:cNvSpPr txBox="1"/>
          <p:nvPr/>
        </p:nvSpPr>
        <p:spPr>
          <a:xfrm>
            <a:off x="5197590" y="5182875"/>
            <a:ext cx="291858" cy="369332"/>
          </a:xfrm>
          <a:prstGeom prst="rect">
            <a:avLst/>
          </a:prstGeom>
          <a:noFill/>
        </p:spPr>
        <p:txBody>
          <a:bodyPr wrap="square">
            <a:spAutoFit/>
          </a:bodyPr>
          <a:lstStyle/>
          <a:p>
            <a:r>
              <a:rPr lang="en-US" sz="1800" dirty="0">
                <a:solidFill>
                  <a:srgbClr val="FF0000"/>
                </a:solidFill>
              </a:rPr>
              <a:t>4</a:t>
            </a:r>
            <a:endParaRPr lang="en-US" dirty="0">
              <a:solidFill>
                <a:srgbClr val="FF0000"/>
              </a:solidFill>
            </a:endParaRPr>
          </a:p>
        </p:txBody>
      </p:sp>
      <p:sp>
        <p:nvSpPr>
          <p:cNvPr id="43" name="TextBox 42">
            <a:extLst>
              <a:ext uri="{FF2B5EF4-FFF2-40B4-BE49-F238E27FC236}">
                <a16:creationId xmlns:a16="http://schemas.microsoft.com/office/drawing/2014/main" id="{3AE4B608-7480-10EF-2F7B-2CF5BE1EE497}"/>
              </a:ext>
            </a:extLst>
          </p:cNvPr>
          <p:cNvSpPr txBox="1"/>
          <p:nvPr/>
        </p:nvSpPr>
        <p:spPr>
          <a:xfrm>
            <a:off x="5830170" y="5243261"/>
            <a:ext cx="291858" cy="369332"/>
          </a:xfrm>
          <a:prstGeom prst="rect">
            <a:avLst/>
          </a:prstGeom>
          <a:noFill/>
        </p:spPr>
        <p:txBody>
          <a:bodyPr wrap="square">
            <a:spAutoFit/>
          </a:bodyPr>
          <a:lstStyle/>
          <a:p>
            <a:r>
              <a:rPr lang="en-US" sz="1800" dirty="0">
                <a:solidFill>
                  <a:srgbClr val="FF0000"/>
                </a:solidFill>
              </a:rPr>
              <a:t>5</a:t>
            </a:r>
            <a:endParaRPr lang="en-US" dirty="0">
              <a:solidFill>
                <a:srgbClr val="FF0000"/>
              </a:solidFill>
            </a:endParaRPr>
          </a:p>
        </p:txBody>
      </p:sp>
      <p:sp>
        <p:nvSpPr>
          <p:cNvPr id="45" name="TextBox 44">
            <a:extLst>
              <a:ext uri="{FF2B5EF4-FFF2-40B4-BE49-F238E27FC236}">
                <a16:creationId xmlns:a16="http://schemas.microsoft.com/office/drawing/2014/main" id="{128E253F-CC01-DE39-D7AB-B3D14E177FD7}"/>
              </a:ext>
            </a:extLst>
          </p:cNvPr>
          <p:cNvSpPr txBox="1"/>
          <p:nvPr/>
        </p:nvSpPr>
        <p:spPr>
          <a:xfrm>
            <a:off x="3932594" y="6189290"/>
            <a:ext cx="291858" cy="369332"/>
          </a:xfrm>
          <a:prstGeom prst="rect">
            <a:avLst/>
          </a:prstGeom>
          <a:noFill/>
        </p:spPr>
        <p:txBody>
          <a:bodyPr wrap="square">
            <a:spAutoFit/>
          </a:bodyPr>
          <a:lstStyle/>
          <a:p>
            <a:r>
              <a:rPr lang="en-US" sz="1800" dirty="0">
                <a:solidFill>
                  <a:srgbClr val="FF0000"/>
                </a:solidFill>
              </a:rPr>
              <a:t>6</a:t>
            </a:r>
            <a:endParaRPr lang="en-US" dirty="0">
              <a:solidFill>
                <a:srgbClr val="FF0000"/>
              </a:solidFill>
            </a:endParaRPr>
          </a:p>
        </p:txBody>
      </p:sp>
      <p:sp>
        <p:nvSpPr>
          <p:cNvPr id="47" name="TextBox 46">
            <a:extLst>
              <a:ext uri="{FF2B5EF4-FFF2-40B4-BE49-F238E27FC236}">
                <a16:creationId xmlns:a16="http://schemas.microsoft.com/office/drawing/2014/main" id="{60874B0C-37F9-5FDA-2DCA-E76DB46C9A0E}"/>
              </a:ext>
            </a:extLst>
          </p:cNvPr>
          <p:cNvSpPr txBox="1"/>
          <p:nvPr/>
        </p:nvSpPr>
        <p:spPr>
          <a:xfrm>
            <a:off x="4571998" y="6189290"/>
            <a:ext cx="291858" cy="369332"/>
          </a:xfrm>
          <a:prstGeom prst="rect">
            <a:avLst/>
          </a:prstGeom>
          <a:noFill/>
        </p:spPr>
        <p:txBody>
          <a:bodyPr wrap="square">
            <a:spAutoFit/>
          </a:bodyPr>
          <a:lstStyle/>
          <a:p>
            <a:r>
              <a:rPr lang="en-US" sz="1800" b="1" dirty="0">
                <a:solidFill>
                  <a:srgbClr val="FF0000"/>
                </a:solidFill>
              </a:rPr>
              <a:t>7</a:t>
            </a:r>
            <a:endParaRPr lang="en-US" b="1" dirty="0">
              <a:solidFill>
                <a:srgbClr val="FF0000"/>
              </a:solidFill>
            </a:endParaRPr>
          </a:p>
        </p:txBody>
      </p:sp>
      <p:sp>
        <p:nvSpPr>
          <p:cNvPr id="49" name="TextBox 48">
            <a:extLst>
              <a:ext uri="{FF2B5EF4-FFF2-40B4-BE49-F238E27FC236}">
                <a16:creationId xmlns:a16="http://schemas.microsoft.com/office/drawing/2014/main" id="{48251CC2-5F0F-2266-F2C3-5901E2F0E143}"/>
              </a:ext>
            </a:extLst>
          </p:cNvPr>
          <p:cNvSpPr txBox="1"/>
          <p:nvPr/>
        </p:nvSpPr>
        <p:spPr>
          <a:xfrm>
            <a:off x="5197590" y="6189290"/>
            <a:ext cx="291858" cy="369332"/>
          </a:xfrm>
          <a:prstGeom prst="rect">
            <a:avLst/>
          </a:prstGeom>
          <a:noFill/>
        </p:spPr>
        <p:txBody>
          <a:bodyPr wrap="square">
            <a:spAutoFit/>
          </a:bodyPr>
          <a:lstStyle/>
          <a:p>
            <a:r>
              <a:rPr lang="en-US" sz="1800" b="1" dirty="0">
                <a:solidFill>
                  <a:srgbClr val="FF0000"/>
                </a:solidFill>
              </a:rPr>
              <a:t>8</a:t>
            </a:r>
            <a:endParaRPr lang="en-US" b="1" dirty="0">
              <a:solidFill>
                <a:srgbClr val="FF0000"/>
              </a:solidFill>
            </a:endParaRPr>
          </a:p>
        </p:txBody>
      </p:sp>
      <p:sp>
        <p:nvSpPr>
          <p:cNvPr id="51" name="TextBox 50">
            <a:extLst>
              <a:ext uri="{FF2B5EF4-FFF2-40B4-BE49-F238E27FC236}">
                <a16:creationId xmlns:a16="http://schemas.microsoft.com/office/drawing/2014/main" id="{D19047F7-DCA2-39E6-4FE6-080C30B61FE5}"/>
              </a:ext>
            </a:extLst>
          </p:cNvPr>
          <p:cNvSpPr txBox="1"/>
          <p:nvPr/>
        </p:nvSpPr>
        <p:spPr>
          <a:xfrm>
            <a:off x="8248671" y="3281397"/>
            <a:ext cx="291858" cy="369332"/>
          </a:xfrm>
          <a:prstGeom prst="rect">
            <a:avLst/>
          </a:prstGeom>
          <a:noFill/>
        </p:spPr>
        <p:txBody>
          <a:bodyPr wrap="square">
            <a:spAutoFit/>
          </a:bodyPr>
          <a:lstStyle/>
          <a:p>
            <a:r>
              <a:rPr lang="en-US" sz="1800" dirty="0">
                <a:solidFill>
                  <a:srgbClr val="FF0000"/>
                </a:solidFill>
              </a:rPr>
              <a:t>1</a:t>
            </a:r>
            <a:endParaRPr lang="en-US" dirty="0">
              <a:solidFill>
                <a:srgbClr val="FF0000"/>
              </a:solidFill>
            </a:endParaRPr>
          </a:p>
        </p:txBody>
      </p:sp>
      <p:sp>
        <p:nvSpPr>
          <p:cNvPr id="53" name="TextBox 52">
            <a:extLst>
              <a:ext uri="{FF2B5EF4-FFF2-40B4-BE49-F238E27FC236}">
                <a16:creationId xmlns:a16="http://schemas.microsoft.com/office/drawing/2014/main" id="{022D0252-B807-8152-9F68-BC052C695E45}"/>
              </a:ext>
            </a:extLst>
          </p:cNvPr>
          <p:cNvSpPr txBox="1"/>
          <p:nvPr/>
        </p:nvSpPr>
        <p:spPr>
          <a:xfrm>
            <a:off x="8180053" y="4242221"/>
            <a:ext cx="291858" cy="369332"/>
          </a:xfrm>
          <a:prstGeom prst="rect">
            <a:avLst/>
          </a:prstGeom>
          <a:noFill/>
        </p:spPr>
        <p:txBody>
          <a:bodyPr wrap="square">
            <a:spAutoFit/>
          </a:bodyPr>
          <a:lstStyle/>
          <a:p>
            <a:r>
              <a:rPr lang="en-US" sz="1800" dirty="0">
                <a:solidFill>
                  <a:srgbClr val="FF0000"/>
                </a:solidFill>
              </a:rPr>
              <a:t>2</a:t>
            </a:r>
            <a:endParaRPr lang="en-US" dirty="0">
              <a:solidFill>
                <a:srgbClr val="FF0000"/>
              </a:solidFill>
            </a:endParaRPr>
          </a:p>
        </p:txBody>
      </p:sp>
      <p:sp>
        <p:nvSpPr>
          <p:cNvPr id="55" name="TextBox 54">
            <a:extLst>
              <a:ext uri="{FF2B5EF4-FFF2-40B4-BE49-F238E27FC236}">
                <a16:creationId xmlns:a16="http://schemas.microsoft.com/office/drawing/2014/main" id="{0B13C9B0-CBE5-53BD-7B23-D516EE82247E}"/>
              </a:ext>
            </a:extLst>
          </p:cNvPr>
          <p:cNvSpPr txBox="1"/>
          <p:nvPr/>
        </p:nvSpPr>
        <p:spPr>
          <a:xfrm>
            <a:off x="6957625" y="5243261"/>
            <a:ext cx="291858" cy="369332"/>
          </a:xfrm>
          <a:prstGeom prst="rect">
            <a:avLst/>
          </a:prstGeom>
          <a:noFill/>
        </p:spPr>
        <p:txBody>
          <a:bodyPr wrap="square">
            <a:spAutoFit/>
          </a:bodyPr>
          <a:lstStyle/>
          <a:p>
            <a:r>
              <a:rPr lang="en-US" sz="1800" dirty="0">
                <a:solidFill>
                  <a:srgbClr val="FF0000"/>
                </a:solidFill>
              </a:rPr>
              <a:t>3</a:t>
            </a:r>
            <a:endParaRPr lang="en-US" dirty="0">
              <a:solidFill>
                <a:srgbClr val="FF0000"/>
              </a:solidFill>
            </a:endParaRPr>
          </a:p>
        </p:txBody>
      </p:sp>
      <p:sp>
        <p:nvSpPr>
          <p:cNvPr id="57" name="TextBox 56">
            <a:extLst>
              <a:ext uri="{FF2B5EF4-FFF2-40B4-BE49-F238E27FC236}">
                <a16:creationId xmlns:a16="http://schemas.microsoft.com/office/drawing/2014/main" id="{AAB3923F-16C2-450D-EA2B-BDF6962C2FD5}"/>
              </a:ext>
            </a:extLst>
          </p:cNvPr>
          <p:cNvSpPr txBox="1"/>
          <p:nvPr/>
        </p:nvSpPr>
        <p:spPr>
          <a:xfrm>
            <a:off x="7578052" y="5243261"/>
            <a:ext cx="291858" cy="369332"/>
          </a:xfrm>
          <a:prstGeom prst="rect">
            <a:avLst/>
          </a:prstGeom>
          <a:noFill/>
        </p:spPr>
        <p:txBody>
          <a:bodyPr wrap="square">
            <a:spAutoFit/>
          </a:bodyPr>
          <a:lstStyle/>
          <a:p>
            <a:r>
              <a:rPr lang="en-US" sz="1800" dirty="0">
                <a:solidFill>
                  <a:srgbClr val="FF0000"/>
                </a:solidFill>
              </a:rPr>
              <a:t>4</a:t>
            </a:r>
            <a:endParaRPr lang="en-US" dirty="0">
              <a:solidFill>
                <a:srgbClr val="FF0000"/>
              </a:solidFill>
            </a:endParaRPr>
          </a:p>
        </p:txBody>
      </p:sp>
      <p:sp>
        <p:nvSpPr>
          <p:cNvPr id="59" name="TextBox 58">
            <a:extLst>
              <a:ext uri="{FF2B5EF4-FFF2-40B4-BE49-F238E27FC236}">
                <a16:creationId xmlns:a16="http://schemas.microsoft.com/office/drawing/2014/main" id="{1E8F4CC4-2E89-18E6-631D-1B5EA5E5C130}"/>
              </a:ext>
            </a:extLst>
          </p:cNvPr>
          <p:cNvSpPr txBox="1"/>
          <p:nvPr/>
        </p:nvSpPr>
        <p:spPr>
          <a:xfrm>
            <a:off x="10983289" y="3281397"/>
            <a:ext cx="291858" cy="369332"/>
          </a:xfrm>
          <a:prstGeom prst="rect">
            <a:avLst/>
          </a:prstGeom>
          <a:noFill/>
        </p:spPr>
        <p:txBody>
          <a:bodyPr wrap="square">
            <a:spAutoFit/>
          </a:bodyPr>
          <a:lstStyle/>
          <a:p>
            <a:r>
              <a:rPr lang="en-US" sz="1800" dirty="0">
                <a:solidFill>
                  <a:srgbClr val="FF0000"/>
                </a:solidFill>
              </a:rPr>
              <a:t>1</a:t>
            </a:r>
            <a:endParaRPr lang="en-US" dirty="0">
              <a:solidFill>
                <a:srgbClr val="FF0000"/>
              </a:solidFill>
            </a:endParaRPr>
          </a:p>
        </p:txBody>
      </p:sp>
      <p:sp>
        <p:nvSpPr>
          <p:cNvPr id="61" name="TextBox 60">
            <a:extLst>
              <a:ext uri="{FF2B5EF4-FFF2-40B4-BE49-F238E27FC236}">
                <a16:creationId xmlns:a16="http://schemas.microsoft.com/office/drawing/2014/main" id="{7915A1C5-57FB-BB5E-051C-31C1A8708356}"/>
              </a:ext>
            </a:extLst>
          </p:cNvPr>
          <p:cNvSpPr txBox="1"/>
          <p:nvPr/>
        </p:nvSpPr>
        <p:spPr>
          <a:xfrm>
            <a:off x="9435853" y="4310021"/>
            <a:ext cx="291858" cy="369332"/>
          </a:xfrm>
          <a:prstGeom prst="rect">
            <a:avLst/>
          </a:prstGeom>
          <a:noFill/>
        </p:spPr>
        <p:txBody>
          <a:bodyPr wrap="square">
            <a:spAutoFit/>
          </a:bodyPr>
          <a:lstStyle/>
          <a:p>
            <a:r>
              <a:rPr lang="en-US" sz="1800" dirty="0">
                <a:solidFill>
                  <a:srgbClr val="FF0000"/>
                </a:solidFill>
              </a:rPr>
              <a:t>2</a:t>
            </a:r>
            <a:endParaRPr lang="en-US" dirty="0">
              <a:solidFill>
                <a:srgbClr val="FF0000"/>
              </a:solidFill>
            </a:endParaRPr>
          </a:p>
        </p:txBody>
      </p:sp>
      <p:sp>
        <p:nvSpPr>
          <p:cNvPr id="65" name="TextBox 64">
            <a:extLst>
              <a:ext uri="{FF2B5EF4-FFF2-40B4-BE49-F238E27FC236}">
                <a16:creationId xmlns:a16="http://schemas.microsoft.com/office/drawing/2014/main" id="{6F0AFAC4-46F6-2EE2-52B9-5CF5F13B0948}"/>
              </a:ext>
            </a:extLst>
          </p:cNvPr>
          <p:cNvSpPr txBox="1"/>
          <p:nvPr/>
        </p:nvSpPr>
        <p:spPr>
          <a:xfrm>
            <a:off x="10352706" y="4310021"/>
            <a:ext cx="291858" cy="369332"/>
          </a:xfrm>
          <a:prstGeom prst="rect">
            <a:avLst/>
          </a:prstGeom>
          <a:noFill/>
        </p:spPr>
        <p:txBody>
          <a:bodyPr wrap="square">
            <a:spAutoFit/>
          </a:bodyPr>
          <a:lstStyle/>
          <a:p>
            <a:r>
              <a:rPr lang="en-US" sz="1800" dirty="0">
                <a:solidFill>
                  <a:srgbClr val="FF0000"/>
                </a:solidFill>
              </a:rPr>
              <a:t>3</a:t>
            </a:r>
            <a:endParaRPr lang="en-US" dirty="0">
              <a:solidFill>
                <a:srgbClr val="FF0000"/>
              </a:solidFill>
            </a:endParaRPr>
          </a:p>
        </p:txBody>
      </p:sp>
      <p:sp>
        <p:nvSpPr>
          <p:cNvPr id="67" name="TextBox 66">
            <a:extLst>
              <a:ext uri="{FF2B5EF4-FFF2-40B4-BE49-F238E27FC236}">
                <a16:creationId xmlns:a16="http://schemas.microsoft.com/office/drawing/2014/main" id="{50A530DC-C3BD-68ED-46FE-8AC4BCFBF1BE}"/>
              </a:ext>
            </a:extLst>
          </p:cNvPr>
          <p:cNvSpPr txBox="1"/>
          <p:nvPr/>
        </p:nvSpPr>
        <p:spPr>
          <a:xfrm>
            <a:off x="11900142" y="4242221"/>
            <a:ext cx="291858" cy="369332"/>
          </a:xfrm>
          <a:prstGeom prst="rect">
            <a:avLst/>
          </a:prstGeom>
          <a:noFill/>
        </p:spPr>
        <p:txBody>
          <a:bodyPr wrap="square">
            <a:spAutoFit/>
          </a:bodyPr>
          <a:lstStyle/>
          <a:p>
            <a:r>
              <a:rPr lang="en-US" sz="1800" dirty="0">
                <a:solidFill>
                  <a:srgbClr val="FF0000"/>
                </a:solidFill>
              </a:rPr>
              <a:t>4</a:t>
            </a:r>
            <a:endParaRPr lang="en-US" dirty="0">
              <a:solidFill>
                <a:srgbClr val="FF0000"/>
              </a:solidFill>
            </a:endParaRPr>
          </a:p>
        </p:txBody>
      </p:sp>
      <p:sp>
        <p:nvSpPr>
          <p:cNvPr id="69" name="TextBox 68">
            <a:extLst>
              <a:ext uri="{FF2B5EF4-FFF2-40B4-BE49-F238E27FC236}">
                <a16:creationId xmlns:a16="http://schemas.microsoft.com/office/drawing/2014/main" id="{DBA1E8C5-8A20-9ADE-DBFD-D65A6F3E3138}"/>
              </a:ext>
            </a:extLst>
          </p:cNvPr>
          <p:cNvSpPr txBox="1"/>
          <p:nvPr/>
        </p:nvSpPr>
        <p:spPr>
          <a:xfrm>
            <a:off x="11293589" y="5243261"/>
            <a:ext cx="291858" cy="369332"/>
          </a:xfrm>
          <a:prstGeom prst="rect">
            <a:avLst/>
          </a:prstGeom>
          <a:noFill/>
        </p:spPr>
        <p:txBody>
          <a:bodyPr wrap="square">
            <a:spAutoFit/>
          </a:bodyPr>
          <a:lstStyle/>
          <a:p>
            <a:r>
              <a:rPr lang="en-US" sz="1800" dirty="0">
                <a:solidFill>
                  <a:srgbClr val="FF0000"/>
                </a:solidFill>
              </a:rPr>
              <a:t>5</a:t>
            </a:r>
            <a:endParaRPr lang="en-US" dirty="0">
              <a:solidFill>
                <a:srgbClr val="FF0000"/>
              </a:solidFill>
            </a:endParaRPr>
          </a:p>
        </p:txBody>
      </p:sp>
      <p:sp>
        <p:nvSpPr>
          <p:cNvPr id="71" name="TextBox 70">
            <a:extLst>
              <a:ext uri="{FF2B5EF4-FFF2-40B4-BE49-F238E27FC236}">
                <a16:creationId xmlns:a16="http://schemas.microsoft.com/office/drawing/2014/main" id="{00738EB2-231A-97D9-0D2D-E6342680AAD2}"/>
              </a:ext>
            </a:extLst>
          </p:cNvPr>
          <p:cNvSpPr txBox="1"/>
          <p:nvPr/>
        </p:nvSpPr>
        <p:spPr>
          <a:xfrm>
            <a:off x="11926171" y="5243261"/>
            <a:ext cx="291858" cy="369332"/>
          </a:xfrm>
          <a:prstGeom prst="rect">
            <a:avLst/>
          </a:prstGeom>
          <a:noFill/>
        </p:spPr>
        <p:txBody>
          <a:bodyPr wrap="square">
            <a:spAutoFit/>
          </a:bodyPr>
          <a:lstStyle/>
          <a:p>
            <a:r>
              <a:rPr lang="en-US" sz="1800" dirty="0">
                <a:solidFill>
                  <a:srgbClr val="FF0000"/>
                </a:solidFill>
              </a:rPr>
              <a:t>6</a:t>
            </a:r>
            <a:endParaRPr lang="en-US" dirty="0">
              <a:solidFill>
                <a:srgbClr val="FF0000"/>
              </a:solidFill>
            </a:endParaRPr>
          </a:p>
        </p:txBody>
      </p:sp>
      <p:sp>
        <p:nvSpPr>
          <p:cNvPr id="5" name="TextBox 4">
            <a:extLst>
              <a:ext uri="{FF2B5EF4-FFF2-40B4-BE49-F238E27FC236}">
                <a16:creationId xmlns:a16="http://schemas.microsoft.com/office/drawing/2014/main" id="{914F3F4F-6FC0-7268-BC7C-98AE3F022F6F}"/>
              </a:ext>
            </a:extLst>
          </p:cNvPr>
          <p:cNvSpPr txBox="1"/>
          <p:nvPr/>
        </p:nvSpPr>
        <p:spPr>
          <a:xfrm>
            <a:off x="8226298" y="5243261"/>
            <a:ext cx="291858" cy="369332"/>
          </a:xfrm>
          <a:prstGeom prst="rect">
            <a:avLst/>
          </a:prstGeom>
          <a:noFill/>
        </p:spPr>
        <p:txBody>
          <a:bodyPr wrap="square">
            <a:spAutoFit/>
          </a:bodyPr>
          <a:lstStyle/>
          <a:p>
            <a:r>
              <a:rPr lang="en-US" sz="1800" dirty="0">
                <a:solidFill>
                  <a:srgbClr val="FF0000"/>
                </a:solidFill>
              </a:rPr>
              <a:t>5</a:t>
            </a:r>
            <a:endParaRPr lang="en-US" dirty="0">
              <a:solidFill>
                <a:srgbClr val="FF0000"/>
              </a:solidFill>
            </a:endParaRPr>
          </a:p>
        </p:txBody>
      </p:sp>
    </p:spTree>
    <p:extLst>
      <p:ext uri="{BB962C8B-B14F-4D97-AF65-F5344CB8AC3E}">
        <p14:creationId xmlns:p14="http://schemas.microsoft.com/office/powerpoint/2010/main" val="701629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E7E43D-8CBB-DAE7-D4D6-237A9568D4CC}"/>
              </a:ext>
            </a:extLst>
          </p:cNvPr>
          <p:cNvSpPr>
            <a:spLocks noGrp="1"/>
          </p:cNvSpPr>
          <p:nvPr>
            <p:ph type="body" sz="quarter" idx="15"/>
          </p:nvPr>
        </p:nvSpPr>
        <p:spPr>
          <a:xfrm>
            <a:off x="662547" y="527308"/>
            <a:ext cx="8476197" cy="341632"/>
          </a:xfrm>
        </p:spPr>
        <p:txBody>
          <a:bodyPr/>
          <a:lstStyle/>
          <a:p>
            <a:r>
              <a:rPr lang="en-US" dirty="0"/>
              <a:t>OER — Summary OMEGA Transactor Types Case Kind</a:t>
            </a:r>
          </a:p>
        </p:txBody>
      </p:sp>
      <p:graphicFrame>
        <p:nvGraphicFramePr>
          <p:cNvPr id="3" name="Table 2">
            <a:extLst>
              <a:ext uri="{FF2B5EF4-FFF2-40B4-BE49-F238E27FC236}">
                <a16:creationId xmlns:a16="http://schemas.microsoft.com/office/drawing/2014/main" id="{AAE4E87F-D6F6-2A93-2D04-DE276B3C2094}"/>
              </a:ext>
            </a:extLst>
          </p:cNvPr>
          <p:cNvGraphicFramePr>
            <a:graphicFrameLocks noGrp="1"/>
          </p:cNvGraphicFramePr>
          <p:nvPr>
            <p:extLst>
              <p:ext uri="{D42A27DB-BD31-4B8C-83A1-F6EECF244321}">
                <p14:modId xmlns:p14="http://schemas.microsoft.com/office/powerpoint/2010/main" val="1522652950"/>
              </p:ext>
            </p:extLst>
          </p:nvPr>
        </p:nvGraphicFramePr>
        <p:xfrm>
          <a:off x="0" y="1398692"/>
          <a:ext cx="12196823" cy="4932000"/>
        </p:xfrm>
        <a:graphic>
          <a:graphicData uri="http://schemas.openxmlformats.org/drawingml/2006/table">
            <a:tbl>
              <a:tblPr firstRow="1" firstCol="1" bandRow="1">
                <a:tableStyleId>{5C22544A-7EE6-4342-B048-85BDC9FD1C3A}</a:tableStyleId>
              </a:tblPr>
              <a:tblGrid>
                <a:gridCol w="1125843">
                  <a:extLst>
                    <a:ext uri="{9D8B030D-6E8A-4147-A177-3AD203B41FA5}">
                      <a16:colId xmlns:a16="http://schemas.microsoft.com/office/drawing/2014/main" val="751846931"/>
                    </a:ext>
                  </a:extLst>
                </a:gridCol>
                <a:gridCol w="683789">
                  <a:extLst>
                    <a:ext uri="{9D8B030D-6E8A-4147-A177-3AD203B41FA5}">
                      <a16:colId xmlns:a16="http://schemas.microsoft.com/office/drawing/2014/main" val="3622813383"/>
                    </a:ext>
                  </a:extLst>
                </a:gridCol>
                <a:gridCol w="1376391">
                  <a:extLst>
                    <a:ext uri="{9D8B030D-6E8A-4147-A177-3AD203B41FA5}">
                      <a16:colId xmlns:a16="http://schemas.microsoft.com/office/drawing/2014/main" val="3299727002"/>
                    </a:ext>
                  </a:extLst>
                </a:gridCol>
                <a:gridCol w="1375200">
                  <a:extLst>
                    <a:ext uri="{9D8B030D-6E8A-4147-A177-3AD203B41FA5}">
                      <a16:colId xmlns:a16="http://schemas.microsoft.com/office/drawing/2014/main" val="4104292180"/>
                    </a:ext>
                  </a:extLst>
                </a:gridCol>
                <a:gridCol w="1375200">
                  <a:extLst>
                    <a:ext uri="{9D8B030D-6E8A-4147-A177-3AD203B41FA5}">
                      <a16:colId xmlns:a16="http://schemas.microsoft.com/office/drawing/2014/main" val="3734594502"/>
                    </a:ext>
                  </a:extLst>
                </a:gridCol>
                <a:gridCol w="1375200">
                  <a:extLst>
                    <a:ext uri="{9D8B030D-6E8A-4147-A177-3AD203B41FA5}">
                      <a16:colId xmlns:a16="http://schemas.microsoft.com/office/drawing/2014/main" val="1196768537"/>
                    </a:ext>
                  </a:extLst>
                </a:gridCol>
                <a:gridCol w="1375200">
                  <a:extLst>
                    <a:ext uri="{9D8B030D-6E8A-4147-A177-3AD203B41FA5}">
                      <a16:colId xmlns:a16="http://schemas.microsoft.com/office/drawing/2014/main" val="1053623461"/>
                    </a:ext>
                  </a:extLst>
                </a:gridCol>
                <a:gridCol w="1215374">
                  <a:extLst>
                    <a:ext uri="{9D8B030D-6E8A-4147-A177-3AD203B41FA5}">
                      <a16:colId xmlns:a16="http://schemas.microsoft.com/office/drawing/2014/main" val="2759636863"/>
                    </a:ext>
                  </a:extLst>
                </a:gridCol>
                <a:gridCol w="1124626">
                  <a:extLst>
                    <a:ext uri="{9D8B030D-6E8A-4147-A177-3AD203B41FA5}">
                      <a16:colId xmlns:a16="http://schemas.microsoft.com/office/drawing/2014/main" val="1070095441"/>
                    </a:ext>
                  </a:extLst>
                </a:gridCol>
                <a:gridCol w="1170000">
                  <a:extLst>
                    <a:ext uri="{9D8B030D-6E8A-4147-A177-3AD203B41FA5}">
                      <a16:colId xmlns:a16="http://schemas.microsoft.com/office/drawing/2014/main" val="2695785568"/>
                    </a:ext>
                  </a:extLst>
                </a:gridCol>
              </a:tblGrid>
              <a:tr h="360000">
                <a:tc>
                  <a:txBody>
                    <a:bodyPr/>
                    <a:lstStyle/>
                    <a:p>
                      <a:pPr algn="ctr"/>
                      <a:endParaRPr lang="en-US" sz="1600" dirty="0"/>
                    </a:p>
                  </a:txBody>
                  <a:tcPr>
                    <a:solidFill>
                      <a:srgbClr val="073563"/>
                    </a:solidFill>
                  </a:tcPr>
                </a:tc>
                <a:tc>
                  <a:txBody>
                    <a:bodyPr/>
                    <a:lstStyle/>
                    <a:p>
                      <a:pPr algn="ctr"/>
                      <a:r>
                        <a:rPr lang="el-GR" sz="1600" dirty="0"/>
                        <a:t>Ω</a:t>
                      </a:r>
                      <a:endParaRPr lang="en-US" sz="1600" dirty="0"/>
                    </a:p>
                  </a:txBody>
                  <a:tcPr>
                    <a:solidFill>
                      <a:srgbClr val="073563"/>
                    </a:solidFill>
                  </a:tcPr>
                </a:tc>
                <a:tc>
                  <a:txBody>
                    <a:bodyPr/>
                    <a:lstStyle/>
                    <a:p>
                      <a:pPr algn="ctr"/>
                      <a:r>
                        <a:rPr lang="en-US" sz="1600" dirty="0"/>
                        <a:t>1</a:t>
                      </a:r>
                    </a:p>
                  </a:txBody>
                  <a:tcPr>
                    <a:solidFill>
                      <a:srgbClr val="073563"/>
                    </a:solidFill>
                  </a:tcPr>
                </a:tc>
                <a:tc>
                  <a:txBody>
                    <a:bodyPr/>
                    <a:lstStyle/>
                    <a:p>
                      <a:pPr algn="ctr"/>
                      <a:r>
                        <a:rPr lang="en-US" sz="1600" dirty="0"/>
                        <a:t>2</a:t>
                      </a:r>
                    </a:p>
                  </a:txBody>
                  <a:tcPr>
                    <a:solidFill>
                      <a:srgbClr val="073563"/>
                    </a:solidFill>
                  </a:tcPr>
                </a:tc>
                <a:tc>
                  <a:txBody>
                    <a:bodyPr/>
                    <a:lstStyle/>
                    <a:p>
                      <a:pPr algn="ctr"/>
                      <a:r>
                        <a:rPr lang="en-US" sz="1600" dirty="0"/>
                        <a:t>3</a:t>
                      </a:r>
                    </a:p>
                  </a:txBody>
                  <a:tcPr>
                    <a:solidFill>
                      <a:srgbClr val="073563"/>
                    </a:solidFill>
                  </a:tcPr>
                </a:tc>
                <a:tc>
                  <a:txBody>
                    <a:bodyPr/>
                    <a:lstStyle/>
                    <a:p>
                      <a:pPr algn="ctr"/>
                      <a:r>
                        <a:rPr lang="en-US" sz="1600" dirty="0"/>
                        <a:t>4</a:t>
                      </a:r>
                    </a:p>
                  </a:txBody>
                  <a:tcPr>
                    <a:solidFill>
                      <a:srgbClr val="073563"/>
                    </a:solidFill>
                  </a:tcPr>
                </a:tc>
                <a:tc>
                  <a:txBody>
                    <a:bodyPr/>
                    <a:lstStyle/>
                    <a:p>
                      <a:pPr algn="ctr"/>
                      <a:r>
                        <a:rPr lang="en-US" sz="1600" dirty="0"/>
                        <a:t>5</a:t>
                      </a:r>
                    </a:p>
                  </a:txBody>
                  <a:tcPr>
                    <a:solidFill>
                      <a:srgbClr val="073563"/>
                    </a:solidFill>
                  </a:tcPr>
                </a:tc>
                <a:tc>
                  <a:txBody>
                    <a:bodyPr/>
                    <a:lstStyle/>
                    <a:p>
                      <a:pPr algn="ctr"/>
                      <a:r>
                        <a:rPr lang="en-US" sz="1600" dirty="0"/>
                        <a:t>6</a:t>
                      </a:r>
                    </a:p>
                  </a:txBody>
                  <a:tcPr>
                    <a:solidFill>
                      <a:srgbClr val="073563"/>
                    </a:solidFill>
                  </a:tcPr>
                </a:tc>
                <a:tc>
                  <a:txBody>
                    <a:bodyPr/>
                    <a:lstStyle/>
                    <a:p>
                      <a:pPr algn="ctr"/>
                      <a:r>
                        <a:rPr lang="en-US" sz="1600" dirty="0"/>
                        <a:t>7</a:t>
                      </a:r>
                    </a:p>
                  </a:txBody>
                  <a:tcPr>
                    <a:solidFill>
                      <a:srgbClr val="073563"/>
                    </a:solidFill>
                  </a:tcPr>
                </a:tc>
                <a:tc>
                  <a:txBody>
                    <a:bodyPr/>
                    <a:lstStyle/>
                    <a:p>
                      <a:pPr algn="ctr"/>
                      <a:r>
                        <a:rPr lang="en-US" sz="1600" dirty="0"/>
                        <a:t>8</a:t>
                      </a:r>
                    </a:p>
                  </a:txBody>
                  <a:tcPr>
                    <a:solidFill>
                      <a:srgbClr val="073563"/>
                    </a:solidFill>
                  </a:tcPr>
                </a:tc>
                <a:extLst>
                  <a:ext uri="{0D108BD9-81ED-4DB2-BD59-A6C34878D82A}">
                    <a16:rowId xmlns:a16="http://schemas.microsoft.com/office/drawing/2014/main" val="4222579730"/>
                  </a:ext>
                </a:extLst>
              </a:tr>
              <a:tr h="370840">
                <a:tc>
                  <a:txBody>
                    <a:bodyPr/>
                    <a:lstStyle/>
                    <a:p>
                      <a:pPr algn="ctr"/>
                      <a:r>
                        <a:rPr lang="en-US" sz="1400" dirty="0"/>
                        <a:t>1</a:t>
                      </a:r>
                    </a:p>
                  </a:txBody>
                  <a:tcPr anchor="ctr">
                    <a:solidFill>
                      <a:srgbClr val="073563"/>
                    </a:solidFill>
                  </a:tcPr>
                </a:tc>
                <a:tc>
                  <a:txBody>
                    <a:bodyPr/>
                    <a:lstStyle/>
                    <a:p>
                      <a:pPr algn="ctr"/>
                      <a:r>
                        <a:rPr lang="en-US" sz="1200" dirty="0"/>
                        <a:t>CC</a:t>
                      </a:r>
                    </a:p>
                  </a:txBody>
                  <a:tcPr anchor="ctr"/>
                </a:tc>
                <a:tc>
                  <a:txBody>
                    <a:bodyPr/>
                    <a:lstStyle/>
                    <a:p>
                      <a:pPr algn="ctr"/>
                      <a:r>
                        <a:rPr lang="en-US" sz="1200" dirty="0"/>
                        <a:t>production manager</a:t>
                      </a:r>
                    </a:p>
                  </a:txBody>
                  <a:tcPr anchor="ctr"/>
                </a:tc>
                <a:tc>
                  <a:txBody>
                    <a:bodyPr/>
                    <a:lstStyle/>
                    <a:p>
                      <a:pPr algn="ctr"/>
                      <a:r>
                        <a:rPr lang="en-US" sz="1200" dirty="0"/>
                        <a:t>end product assembler</a:t>
                      </a:r>
                    </a:p>
                  </a:txBody>
                  <a:tcPr anchor="ctr"/>
                </a:tc>
                <a:tc>
                  <a:txBody>
                    <a:bodyPr/>
                    <a:lstStyle/>
                    <a:p>
                      <a:pPr algn="ctr"/>
                      <a:r>
                        <a:rPr lang="en-US" sz="1200" dirty="0"/>
                        <a:t>resource acquirer (end product)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sub product assembler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resource acquirer (sub product)</a:t>
                      </a:r>
                    </a:p>
                  </a:txBody>
                  <a:tcPr anchor="ctr"/>
                </a:tc>
                <a:tc>
                  <a:txBody>
                    <a:bodyPr/>
                    <a:lstStyle/>
                    <a:p>
                      <a:pPr algn="ctr"/>
                      <a:r>
                        <a:rPr lang="en-US" sz="1200" dirty="0"/>
                        <a:t>-</a:t>
                      </a:r>
                    </a:p>
                  </a:txBody>
                  <a:tcPr anchor="ctr"/>
                </a:tc>
                <a:tc>
                  <a:txBody>
                    <a:bodyPr/>
                    <a:lstStyle/>
                    <a:p>
                      <a:pPr algn="ctr"/>
                      <a:r>
                        <a:rPr lang="en-US" sz="1200" dirty="0"/>
                        <a:t>-</a:t>
                      </a:r>
                    </a:p>
                  </a:txBody>
                  <a:tcPr anchor="ctr"/>
                </a:tc>
                <a:tc>
                  <a:txBody>
                    <a:bodyPr/>
                    <a:lstStyle/>
                    <a:p>
                      <a:pPr algn="ctr"/>
                      <a:r>
                        <a:rPr lang="en-US" sz="1200" dirty="0"/>
                        <a:t>-</a:t>
                      </a:r>
                    </a:p>
                  </a:txBody>
                  <a:tcPr anchor="ctr"/>
                </a:tc>
                <a:extLst>
                  <a:ext uri="{0D108BD9-81ED-4DB2-BD59-A6C34878D82A}">
                    <a16:rowId xmlns:a16="http://schemas.microsoft.com/office/drawing/2014/main" val="1953225354"/>
                  </a:ext>
                </a:extLst>
              </a:tr>
              <a:tr h="370840">
                <a:tc>
                  <a:txBody>
                    <a:bodyPr/>
                    <a:lstStyle/>
                    <a:p>
                      <a:pPr algn="ctr"/>
                      <a:r>
                        <a:rPr lang="en-US" sz="1400" dirty="0"/>
                        <a:t>product kind</a:t>
                      </a:r>
                    </a:p>
                  </a:txBody>
                  <a:tcPr anchor="ctr">
                    <a:solidFill>
                      <a:srgbClr val="073563"/>
                    </a:solidFill>
                  </a:tcPr>
                </a:tc>
                <a:tc>
                  <a:txBody>
                    <a:bodyPr/>
                    <a:lstStyle/>
                    <a:p>
                      <a:pPr algn="ctr"/>
                      <a:endParaRPr lang="en-US" sz="1200" dirty="0"/>
                    </a:p>
                  </a:txBody>
                  <a:tcPr anchor="ctr"/>
                </a:tc>
                <a:tc>
                  <a:txBody>
                    <a:bodyPr/>
                    <a:lstStyle/>
                    <a:p>
                      <a:pPr algn="ctr"/>
                      <a:r>
                        <a:rPr lang="en-US" sz="1200" dirty="0"/>
                        <a:t>managing of products in [</a:t>
                      </a:r>
                      <a:r>
                        <a:rPr lang="en-US" sz="1200" dirty="0">
                          <a:solidFill>
                            <a:srgbClr val="10B855"/>
                          </a:solidFill>
                        </a:rPr>
                        <a:t>period</a:t>
                      </a:r>
                      <a:r>
                        <a:rPr lang="en-US" sz="1200" dirty="0"/>
                        <a:t>] is done</a:t>
                      </a:r>
                    </a:p>
                  </a:txBody>
                  <a:tcPr anchor="ctr"/>
                </a:tc>
                <a:tc>
                  <a:txBody>
                    <a:bodyPr/>
                    <a:lstStyle/>
                    <a:p>
                      <a:pPr algn="ctr"/>
                      <a:r>
                        <a:rPr lang="en-US" sz="1200" dirty="0"/>
                        <a:t>[</a:t>
                      </a:r>
                      <a:r>
                        <a:rPr lang="en-US" sz="1200" dirty="0">
                          <a:solidFill>
                            <a:srgbClr val="10B855"/>
                          </a:solidFill>
                        </a:rPr>
                        <a:t>end product</a:t>
                      </a:r>
                      <a:r>
                        <a:rPr lang="en-US" sz="1200" dirty="0"/>
                        <a:t>] is assembled</a:t>
                      </a:r>
                    </a:p>
                  </a:txBody>
                  <a:tcPr anchor="ctr"/>
                </a:tc>
                <a:tc>
                  <a:txBody>
                    <a:bodyPr/>
                    <a:lstStyle/>
                    <a:p>
                      <a:pPr algn="ctr"/>
                      <a:r>
                        <a:rPr lang="en-US" sz="1200" dirty="0"/>
                        <a:t>resource of [</a:t>
                      </a:r>
                      <a:r>
                        <a:rPr lang="en-US" sz="1200" dirty="0">
                          <a:solidFill>
                            <a:srgbClr val="10B855"/>
                          </a:solidFill>
                        </a:rPr>
                        <a:t>end product</a:t>
                      </a:r>
                      <a:r>
                        <a:rPr lang="en-US" sz="1200" dirty="0"/>
                        <a:t>] is acquired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sub product of [</a:t>
                      </a:r>
                      <a:r>
                        <a:rPr lang="en-US" sz="1200" dirty="0">
                          <a:solidFill>
                            <a:srgbClr val="10B855"/>
                          </a:solidFill>
                        </a:rPr>
                        <a:t>end product</a:t>
                      </a:r>
                      <a:r>
                        <a:rPr lang="en-US" sz="1200" dirty="0"/>
                        <a:t>] is assembled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resource of sub product of [</a:t>
                      </a:r>
                      <a:r>
                        <a:rPr lang="en-US" sz="1050" dirty="0">
                          <a:solidFill>
                            <a:srgbClr val="10B855"/>
                          </a:solidFill>
                        </a:rPr>
                        <a:t>end product</a:t>
                      </a:r>
                      <a:r>
                        <a:rPr lang="en-US" sz="1050" dirty="0"/>
                        <a:t>] is acquired</a:t>
                      </a:r>
                    </a:p>
                  </a:txBody>
                  <a:tcPr anchor="ctr"/>
                </a:tc>
                <a:tc>
                  <a:txBody>
                    <a:bodyPr/>
                    <a:lstStyle/>
                    <a:p>
                      <a:pPr algn="ctr"/>
                      <a:r>
                        <a:rPr lang="en-US" sz="1200" dirty="0"/>
                        <a:t>-</a:t>
                      </a:r>
                    </a:p>
                  </a:txBody>
                  <a:tcPr anchor="ctr"/>
                </a:tc>
                <a:tc>
                  <a:txBody>
                    <a:bodyPr/>
                    <a:lstStyle/>
                    <a:p>
                      <a:pPr algn="ctr"/>
                      <a:r>
                        <a:rPr lang="en-US" sz="1200" dirty="0"/>
                        <a:t>-</a:t>
                      </a:r>
                    </a:p>
                  </a:txBody>
                  <a:tcPr anchor="ctr"/>
                </a:tc>
                <a:tc>
                  <a:txBody>
                    <a:bodyPr/>
                    <a:lstStyle/>
                    <a:p>
                      <a:pPr algn="ctr"/>
                      <a:r>
                        <a:rPr lang="en-US" sz="1200" dirty="0"/>
                        <a:t>-</a:t>
                      </a:r>
                    </a:p>
                  </a:txBody>
                  <a:tcPr anchor="ctr"/>
                </a:tc>
                <a:extLst>
                  <a:ext uri="{0D108BD9-81ED-4DB2-BD59-A6C34878D82A}">
                    <a16:rowId xmlns:a16="http://schemas.microsoft.com/office/drawing/2014/main" val="2661269593"/>
                  </a:ext>
                </a:extLst>
              </a:tr>
              <a:tr h="370840">
                <a:tc>
                  <a:txBody>
                    <a:bodyPr/>
                    <a:lstStyle/>
                    <a:p>
                      <a:pPr algn="ctr"/>
                      <a:r>
                        <a:rPr lang="en-US" sz="1400" dirty="0"/>
                        <a:t>2</a:t>
                      </a:r>
                    </a:p>
                  </a:txBody>
                  <a:tcPr anchor="ctr">
                    <a:solidFill>
                      <a:srgbClr val="073563"/>
                    </a:solidFill>
                  </a:tcPr>
                </a:tc>
                <a:tc>
                  <a:txBody>
                    <a:bodyPr/>
                    <a:lstStyle/>
                    <a:p>
                      <a:pPr algn="ctr"/>
                      <a:r>
                        <a:rPr lang="en-US" sz="1200" dirty="0"/>
                        <a:t>TS</a:t>
                      </a:r>
                    </a:p>
                  </a:txBody>
                  <a:tcPr anchor="ctr"/>
                </a:tc>
                <a:tc>
                  <a:txBody>
                    <a:bodyPr/>
                    <a:lstStyle/>
                    <a:p>
                      <a:pPr algn="ctr"/>
                      <a:r>
                        <a:rPr lang="en-US" sz="1200" dirty="0"/>
                        <a:t>transporting manager</a:t>
                      </a:r>
                    </a:p>
                  </a:txBody>
                  <a:tcPr anchor="ctr"/>
                </a:tc>
                <a:tc>
                  <a:txBody>
                    <a:bodyPr/>
                    <a:lstStyle/>
                    <a:p>
                      <a:pPr algn="ctr"/>
                      <a:r>
                        <a:rPr lang="en-US" sz="1200" dirty="0"/>
                        <a:t>transport completer</a:t>
                      </a:r>
                    </a:p>
                  </a:txBody>
                  <a:tcPr anchor="ctr"/>
                </a:tc>
                <a:tc>
                  <a:txBody>
                    <a:bodyPr/>
                    <a:lstStyle/>
                    <a:p>
                      <a:pPr algn="ctr"/>
                      <a:r>
                        <a:rPr lang="en-US" sz="1200" dirty="0"/>
                        <a:t>receptacle content releaser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receptacle content transporter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receptacle content unloader</a:t>
                      </a:r>
                    </a:p>
                  </a:txBody>
                  <a:tcPr anchor="ctr"/>
                </a:tc>
                <a:tc>
                  <a:txBody>
                    <a:bodyPr/>
                    <a:lstStyle/>
                    <a:p>
                      <a:pPr algn="ctr"/>
                      <a:r>
                        <a:rPr lang="en-US" sz="1200" dirty="0"/>
                        <a:t>receptacle picker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receptacle mover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receptacle discharger</a:t>
                      </a:r>
                    </a:p>
                  </a:txBody>
                  <a:tcPr anchor="ctr"/>
                </a:tc>
                <a:extLst>
                  <a:ext uri="{0D108BD9-81ED-4DB2-BD59-A6C34878D82A}">
                    <a16:rowId xmlns:a16="http://schemas.microsoft.com/office/drawing/2014/main" val="19451093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product kind</a:t>
                      </a:r>
                    </a:p>
                  </a:txBody>
                  <a:tcPr anchor="ctr">
                    <a:solidFill>
                      <a:srgbClr val="073563"/>
                    </a:solidFill>
                  </a:tcPr>
                </a:tc>
                <a:tc>
                  <a:txBody>
                    <a:bodyPr/>
                    <a:lstStyle/>
                    <a:p>
                      <a:pPr algn="ctr"/>
                      <a:endParaRPr lang="en-US" sz="1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managing of transports in [</a:t>
                      </a:r>
                      <a:r>
                        <a:rPr lang="en-US" sz="1200" dirty="0">
                          <a:solidFill>
                            <a:srgbClr val="10B855"/>
                          </a:solidFill>
                        </a:rPr>
                        <a:t>period</a:t>
                      </a:r>
                      <a:r>
                        <a:rPr lang="en-US" sz="1200" dirty="0"/>
                        <a:t>] is done</a:t>
                      </a:r>
                    </a:p>
                  </a:txBody>
                  <a:tcPr anchor="ctr"/>
                </a:tc>
                <a:tc>
                  <a:txBody>
                    <a:bodyPr/>
                    <a:lstStyle/>
                    <a:p>
                      <a:pPr algn="ctr"/>
                      <a:r>
                        <a:rPr lang="en-US" sz="1200" dirty="0"/>
                        <a:t>[</a:t>
                      </a:r>
                      <a:r>
                        <a:rPr lang="en-US" sz="1200" dirty="0">
                          <a:solidFill>
                            <a:srgbClr val="10B855"/>
                          </a:solidFill>
                        </a:rPr>
                        <a:t>transport</a:t>
                      </a:r>
                      <a:r>
                        <a:rPr lang="en-US" sz="1200" dirty="0"/>
                        <a:t>] is completed</a:t>
                      </a:r>
                    </a:p>
                  </a:txBody>
                  <a:tcPr anchor="ctr"/>
                </a:tc>
                <a:tc>
                  <a:txBody>
                    <a:bodyPr/>
                    <a:lstStyle/>
                    <a:p>
                      <a:pPr algn="ctr"/>
                      <a:r>
                        <a:rPr lang="en-US" sz="1100" dirty="0"/>
                        <a:t>receptacle content of [</a:t>
                      </a:r>
                      <a:r>
                        <a:rPr lang="en-US" sz="1100" dirty="0">
                          <a:solidFill>
                            <a:srgbClr val="10B855"/>
                          </a:solidFill>
                        </a:rPr>
                        <a:t>transport</a:t>
                      </a:r>
                      <a:r>
                        <a:rPr lang="en-US" sz="1100" dirty="0"/>
                        <a:t>] is released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receptacle content of [</a:t>
                      </a:r>
                      <a:r>
                        <a:rPr lang="en-US" sz="1100" dirty="0">
                          <a:solidFill>
                            <a:srgbClr val="10B855"/>
                          </a:solidFill>
                        </a:rPr>
                        <a:t>transport</a:t>
                      </a:r>
                      <a:r>
                        <a:rPr lang="en-US" sz="1100" dirty="0"/>
                        <a:t>] is transported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n-lt"/>
                          <a:ea typeface="+mn-ea"/>
                          <a:cs typeface="+mn-cs"/>
                        </a:rPr>
                        <a:t>receptacle content of [</a:t>
                      </a:r>
                      <a:r>
                        <a:rPr kumimoji="0" lang="en-US" sz="1100" b="0" i="0" u="none" strike="noStrike" kern="1200" cap="none" spc="0" normalizeH="0" baseline="0" noProof="0" dirty="0">
                          <a:ln>
                            <a:noFill/>
                          </a:ln>
                          <a:solidFill>
                            <a:srgbClr val="10B855"/>
                          </a:solidFill>
                          <a:effectLst/>
                          <a:uLnTx/>
                          <a:uFillTx/>
                          <a:latin typeface="+mn-lt"/>
                          <a:ea typeface="+mn-ea"/>
                          <a:cs typeface="+mn-cs"/>
                        </a:rPr>
                        <a:t>transport</a:t>
                      </a:r>
                      <a:r>
                        <a:rPr kumimoji="0" lang="en-US" sz="1100" b="0" i="0" u="none" strike="noStrike" kern="1200" cap="none" spc="0" normalizeH="0" baseline="0" noProof="0" dirty="0">
                          <a:ln>
                            <a:noFill/>
                          </a:ln>
                          <a:solidFill>
                            <a:prstClr val="black"/>
                          </a:solidFill>
                          <a:effectLst/>
                          <a:uLnTx/>
                          <a:uFillTx/>
                          <a:latin typeface="+mn-lt"/>
                          <a:ea typeface="+mn-ea"/>
                          <a:cs typeface="+mn-cs"/>
                        </a:rPr>
                        <a:t>] is unloaded</a:t>
                      </a:r>
                    </a:p>
                  </a:txBody>
                  <a:tcPr anchor="ctr"/>
                </a:tc>
                <a:tc>
                  <a:txBody>
                    <a:bodyPr/>
                    <a:lstStyle/>
                    <a:p>
                      <a:pPr algn="ctr"/>
                      <a:endParaRPr lang="en-US" sz="1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nchor="ctr"/>
                </a:tc>
                <a:extLst>
                  <a:ext uri="{0D108BD9-81ED-4DB2-BD59-A6C34878D82A}">
                    <a16:rowId xmlns:a16="http://schemas.microsoft.com/office/drawing/2014/main" val="2285272630"/>
                  </a:ext>
                </a:extLst>
              </a:tr>
              <a:tr h="370840">
                <a:tc>
                  <a:txBody>
                    <a:bodyPr/>
                    <a:lstStyle/>
                    <a:p>
                      <a:pPr algn="ctr"/>
                      <a:r>
                        <a:rPr lang="en-US" sz="1400" dirty="0"/>
                        <a:t>3</a:t>
                      </a:r>
                    </a:p>
                  </a:txBody>
                  <a:tcPr anchor="ctr">
                    <a:solidFill>
                      <a:srgbClr val="073563"/>
                    </a:solidFill>
                  </a:tcPr>
                </a:tc>
                <a:tc>
                  <a:txBody>
                    <a:bodyPr/>
                    <a:lstStyle/>
                    <a:p>
                      <a:pPr algn="ctr"/>
                      <a:r>
                        <a:rPr lang="en-US" sz="1200" dirty="0" err="1"/>
                        <a:t>ToO</a:t>
                      </a:r>
                      <a:endParaRPr lang="en-US" sz="1200" dirty="0"/>
                    </a:p>
                  </a:txBody>
                  <a:tcPr anchor="ctr"/>
                </a:tc>
                <a:tc>
                  <a:txBody>
                    <a:bodyPr/>
                    <a:lstStyle/>
                    <a:p>
                      <a:pPr algn="ctr"/>
                      <a:r>
                        <a:rPr lang="en-US" sz="1200" dirty="0"/>
                        <a:t>transferring manager</a:t>
                      </a:r>
                    </a:p>
                  </a:txBody>
                  <a:tcPr anchor="ctr"/>
                </a:tc>
                <a:tc>
                  <a:txBody>
                    <a:bodyPr/>
                    <a:lstStyle/>
                    <a:p>
                      <a:pPr algn="ctr"/>
                      <a:r>
                        <a:rPr lang="en-US" sz="1200" dirty="0"/>
                        <a:t>transferring completer</a:t>
                      </a:r>
                    </a:p>
                  </a:txBody>
                  <a:tcPr anchor="ctr"/>
                </a:tc>
                <a:tc>
                  <a:txBody>
                    <a:bodyPr/>
                    <a:lstStyle/>
                    <a:p>
                      <a:pPr algn="ctr"/>
                      <a:r>
                        <a:rPr lang="en-US" sz="1200" dirty="0"/>
                        <a:t>ownership transfer preparer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ownership transfer payer</a:t>
                      </a:r>
                    </a:p>
                  </a:txBody>
                  <a:tcPr anchor="ctr"/>
                </a:tc>
                <a:tc>
                  <a:txBody>
                    <a:bodyPr/>
                    <a:lstStyle/>
                    <a:p>
                      <a:pPr algn="ctr"/>
                      <a:r>
                        <a:rPr lang="en-US" sz="1200" dirty="0"/>
                        <a:t>ownership transfer deliverer</a:t>
                      </a:r>
                    </a:p>
                  </a:txBody>
                  <a:tcPr anchor="ctr"/>
                </a:tc>
                <a:tc>
                  <a:txBody>
                    <a:bodyPr/>
                    <a:lstStyle/>
                    <a:p>
                      <a:pPr algn="ctr"/>
                      <a:r>
                        <a:rPr lang="en-US" sz="1200" dirty="0"/>
                        <a:t>-</a:t>
                      </a:r>
                    </a:p>
                  </a:txBody>
                  <a:tcPr anchor="ctr"/>
                </a:tc>
                <a:tc>
                  <a:txBody>
                    <a:bodyPr/>
                    <a:lstStyle/>
                    <a:p>
                      <a:pPr algn="ctr"/>
                      <a:r>
                        <a:rPr lang="en-US" sz="1200" dirty="0"/>
                        <a:t>-</a:t>
                      </a:r>
                    </a:p>
                  </a:txBody>
                  <a:tcPr anchor="ctr"/>
                </a:tc>
                <a:tc>
                  <a:txBody>
                    <a:bodyPr/>
                    <a:lstStyle/>
                    <a:p>
                      <a:pPr algn="ctr"/>
                      <a:r>
                        <a:rPr lang="en-US" sz="1200" dirty="0"/>
                        <a:t>-</a:t>
                      </a:r>
                    </a:p>
                  </a:txBody>
                  <a:tcPr anchor="ctr"/>
                </a:tc>
                <a:extLst>
                  <a:ext uri="{0D108BD9-81ED-4DB2-BD59-A6C34878D82A}">
                    <a16:rowId xmlns:a16="http://schemas.microsoft.com/office/drawing/2014/main" val="38076062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product kind</a:t>
                      </a:r>
                    </a:p>
                  </a:txBody>
                  <a:tcPr anchor="ctr">
                    <a:solidFill>
                      <a:srgbClr val="073563"/>
                    </a:solidFill>
                  </a:tcPr>
                </a:tc>
                <a:tc>
                  <a:txBody>
                    <a:bodyPr/>
                    <a:lstStyle/>
                    <a:p>
                      <a:pPr algn="ctr"/>
                      <a:endParaRPr lang="en-US" sz="1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managing of transfers in [</a:t>
                      </a:r>
                      <a:r>
                        <a:rPr lang="en-US" sz="1200" dirty="0">
                          <a:solidFill>
                            <a:srgbClr val="10B855"/>
                          </a:solidFill>
                        </a:rPr>
                        <a:t>period</a:t>
                      </a:r>
                      <a:r>
                        <a:rPr lang="en-US" sz="1200" dirty="0"/>
                        <a:t>] is done</a:t>
                      </a:r>
                    </a:p>
                  </a:txBody>
                  <a:tcPr anchor="ctr"/>
                </a:tc>
                <a:tc>
                  <a:txBody>
                    <a:bodyPr/>
                    <a:lstStyle/>
                    <a:p>
                      <a:pPr algn="ctr"/>
                      <a:r>
                        <a:rPr lang="en-US" sz="1200" dirty="0"/>
                        <a:t>[</a:t>
                      </a:r>
                      <a:r>
                        <a:rPr lang="en-US" sz="1200" dirty="0">
                          <a:solidFill>
                            <a:srgbClr val="10B855"/>
                          </a:solidFill>
                        </a:rPr>
                        <a:t>transfer</a:t>
                      </a:r>
                      <a:r>
                        <a:rPr lang="en-US" sz="1200" dirty="0"/>
                        <a:t>] is completed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a:t>
                      </a:r>
                      <a:r>
                        <a:rPr kumimoji="0" lang="en-US" sz="1200" b="0" i="0" u="none" strike="noStrike" kern="1200" cap="none" spc="0" normalizeH="0" baseline="0" noProof="0" dirty="0">
                          <a:ln>
                            <a:noFill/>
                          </a:ln>
                          <a:solidFill>
                            <a:srgbClr val="10B855"/>
                          </a:solidFill>
                          <a:effectLst/>
                          <a:uLnTx/>
                          <a:uFillTx/>
                          <a:latin typeface="+mn-lt"/>
                          <a:ea typeface="+mn-ea"/>
                          <a:cs typeface="+mn-cs"/>
                        </a:rPr>
                        <a:t>transfer</a:t>
                      </a:r>
                      <a:r>
                        <a:rPr kumimoji="0" lang="en-US" sz="1200" b="0" i="0" u="none" strike="noStrike" kern="1200" cap="none" spc="0" normalizeH="0" baseline="0" noProof="0" dirty="0">
                          <a:ln>
                            <a:noFill/>
                          </a:ln>
                          <a:solidFill>
                            <a:prstClr val="black"/>
                          </a:solidFill>
                          <a:effectLst/>
                          <a:uLnTx/>
                          <a:uFillTx/>
                          <a:latin typeface="+mn-lt"/>
                          <a:ea typeface="+mn-ea"/>
                          <a:cs typeface="+mn-cs"/>
                        </a:rPr>
                        <a:t>] is prepared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a:t>
                      </a:r>
                      <a:r>
                        <a:rPr kumimoji="0" lang="en-US" sz="1200" b="0" i="0" u="none" strike="noStrike" kern="1200" cap="none" spc="0" normalizeH="0" baseline="0" noProof="0" dirty="0">
                          <a:ln>
                            <a:noFill/>
                          </a:ln>
                          <a:solidFill>
                            <a:srgbClr val="10B855"/>
                          </a:solidFill>
                          <a:effectLst/>
                          <a:uLnTx/>
                          <a:uFillTx/>
                          <a:latin typeface="+mn-lt"/>
                          <a:ea typeface="+mn-ea"/>
                          <a:cs typeface="+mn-cs"/>
                        </a:rPr>
                        <a:t>transfer</a:t>
                      </a:r>
                      <a:r>
                        <a:rPr kumimoji="0" lang="en-US" sz="1200" b="0" i="0" u="none" strike="noStrike" kern="1200" cap="none" spc="0" normalizeH="0" baseline="0" noProof="0" dirty="0">
                          <a:ln>
                            <a:noFill/>
                          </a:ln>
                          <a:solidFill>
                            <a:prstClr val="black"/>
                          </a:solidFill>
                          <a:effectLst/>
                          <a:uLnTx/>
                          <a:uFillTx/>
                          <a:latin typeface="+mn-lt"/>
                          <a:ea typeface="+mn-ea"/>
                          <a:cs typeface="+mn-cs"/>
                        </a:rPr>
                        <a:t>] is paid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a:t>
                      </a:r>
                      <a:r>
                        <a:rPr kumimoji="0" lang="en-US" sz="1200" b="0" i="0" u="none" strike="noStrike" kern="1200" cap="none" spc="0" normalizeH="0" baseline="0" noProof="0" dirty="0">
                          <a:ln>
                            <a:noFill/>
                          </a:ln>
                          <a:solidFill>
                            <a:srgbClr val="10B855"/>
                          </a:solidFill>
                          <a:effectLst/>
                          <a:uLnTx/>
                          <a:uFillTx/>
                          <a:latin typeface="+mn-lt"/>
                          <a:ea typeface="+mn-ea"/>
                          <a:cs typeface="+mn-cs"/>
                        </a:rPr>
                        <a:t>transfer</a:t>
                      </a:r>
                      <a:r>
                        <a:rPr kumimoji="0" lang="en-US" sz="1200" b="0" i="0" u="none" strike="noStrike" kern="1200" cap="none" spc="0" normalizeH="0" baseline="0" noProof="0" dirty="0">
                          <a:ln>
                            <a:noFill/>
                          </a:ln>
                          <a:solidFill>
                            <a:prstClr val="black"/>
                          </a:solidFill>
                          <a:effectLst/>
                          <a:uLnTx/>
                          <a:uFillTx/>
                          <a:latin typeface="+mn-lt"/>
                          <a:ea typeface="+mn-ea"/>
                          <a:cs typeface="+mn-cs"/>
                        </a:rPr>
                        <a:t>] is delivered</a:t>
                      </a:r>
                    </a:p>
                  </a:txBody>
                  <a:tcPr anchor="ctr"/>
                </a:tc>
                <a:tc>
                  <a:txBody>
                    <a:bodyPr/>
                    <a:lstStyle/>
                    <a:p>
                      <a:pPr algn="ctr"/>
                      <a:endParaRPr lang="en-US" sz="1200" dirty="0"/>
                    </a:p>
                  </a:txBody>
                  <a:tcPr anchor="ctr"/>
                </a:tc>
                <a:tc>
                  <a:txBody>
                    <a:bodyPr/>
                    <a:lstStyle/>
                    <a:p>
                      <a:pPr algn="ctr"/>
                      <a:endParaRPr lang="en-US" sz="1200" dirty="0"/>
                    </a:p>
                  </a:txBody>
                  <a:tcPr anchor="ctr"/>
                </a:tc>
                <a:tc>
                  <a:txBody>
                    <a:bodyPr/>
                    <a:lstStyle/>
                    <a:p>
                      <a:pPr algn="ctr"/>
                      <a:endParaRPr lang="en-US" sz="1200" dirty="0"/>
                    </a:p>
                  </a:txBody>
                  <a:tcPr anchor="ctr"/>
                </a:tc>
                <a:extLst>
                  <a:ext uri="{0D108BD9-81ED-4DB2-BD59-A6C34878D82A}">
                    <a16:rowId xmlns:a16="http://schemas.microsoft.com/office/drawing/2014/main" val="1907628831"/>
                  </a:ext>
                </a:extLst>
              </a:tr>
              <a:tr h="370840">
                <a:tc>
                  <a:txBody>
                    <a:bodyPr/>
                    <a:lstStyle/>
                    <a:p>
                      <a:pPr algn="ctr"/>
                      <a:r>
                        <a:rPr lang="en-US" sz="1400" dirty="0"/>
                        <a:t>4</a:t>
                      </a:r>
                    </a:p>
                  </a:txBody>
                  <a:tcPr anchor="ctr">
                    <a:solidFill>
                      <a:srgbClr val="073563"/>
                    </a:solidFill>
                  </a:tcPr>
                </a:tc>
                <a:tc>
                  <a:txBody>
                    <a:bodyPr/>
                    <a:lstStyle/>
                    <a:p>
                      <a:pPr algn="ctr"/>
                      <a:r>
                        <a:rPr lang="en-US" sz="1200" dirty="0"/>
                        <a:t>OU</a:t>
                      </a:r>
                    </a:p>
                  </a:txBody>
                  <a:tcPr anchor="ctr"/>
                </a:tc>
                <a:tc>
                  <a:txBody>
                    <a:bodyPr/>
                    <a:lstStyle/>
                    <a:p>
                      <a:pPr algn="ctr"/>
                      <a:r>
                        <a:rPr lang="en-US" sz="1200" dirty="0"/>
                        <a:t>obtaining manager</a:t>
                      </a:r>
                    </a:p>
                  </a:txBody>
                  <a:tcPr anchor="ctr"/>
                </a:tc>
                <a:tc>
                  <a:txBody>
                    <a:bodyPr/>
                    <a:lstStyle/>
                    <a:p>
                      <a:pPr algn="ctr"/>
                      <a:r>
                        <a:rPr lang="en-US" sz="1200" dirty="0"/>
                        <a:t>usufruct agreement starter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usufruct agreement ender</a:t>
                      </a:r>
                    </a:p>
                  </a:txBody>
                  <a:tcPr anchor="ctr"/>
                </a:tc>
                <a:tc>
                  <a:txBody>
                    <a:bodyPr/>
                    <a:lstStyle/>
                    <a:p>
                      <a:pPr algn="ctr"/>
                      <a:r>
                        <a:rPr lang="en-US" sz="1200" dirty="0"/>
                        <a:t>usufruct case concluder</a:t>
                      </a:r>
                    </a:p>
                  </a:txBody>
                  <a:tcPr anchor="ctr"/>
                </a:tc>
                <a:tc>
                  <a:txBody>
                    <a:bodyPr/>
                    <a:lstStyle/>
                    <a:p>
                      <a:pPr algn="ctr"/>
                      <a:r>
                        <a:rPr lang="en-US" sz="1200" dirty="0"/>
                        <a:t>resource seizer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resource releaser</a:t>
                      </a:r>
                    </a:p>
                  </a:txBody>
                  <a:tcPr anchor="ctr"/>
                </a:tc>
                <a:tc>
                  <a:txBody>
                    <a:bodyPr/>
                    <a:lstStyle/>
                    <a:p>
                      <a:pPr algn="ctr"/>
                      <a:r>
                        <a:rPr lang="en-US" sz="1200" dirty="0"/>
                        <a:t>-</a:t>
                      </a:r>
                    </a:p>
                  </a:txBody>
                  <a:tcPr anchor="ctr"/>
                </a:tc>
                <a:tc>
                  <a:txBody>
                    <a:bodyPr/>
                    <a:lstStyle/>
                    <a:p>
                      <a:pPr algn="ctr"/>
                      <a:r>
                        <a:rPr lang="en-US" sz="1200" dirty="0"/>
                        <a:t>-</a:t>
                      </a:r>
                    </a:p>
                  </a:txBody>
                  <a:tcPr anchor="ctr"/>
                </a:tc>
                <a:extLst>
                  <a:ext uri="{0D108BD9-81ED-4DB2-BD59-A6C34878D82A}">
                    <a16:rowId xmlns:a16="http://schemas.microsoft.com/office/drawing/2014/main" val="380094409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product kind</a:t>
                      </a:r>
                    </a:p>
                  </a:txBody>
                  <a:tcPr anchor="ctr">
                    <a:solidFill>
                      <a:srgbClr val="073563"/>
                    </a:solidFill>
                  </a:tcPr>
                </a:tc>
                <a:tc>
                  <a:txBody>
                    <a:bodyPr/>
                    <a:lstStyle/>
                    <a:p>
                      <a:pPr algn="ctr"/>
                      <a:endParaRPr lang="en-US" sz="1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managing of obtains in [</a:t>
                      </a:r>
                      <a:r>
                        <a:rPr lang="en-US" sz="1200" dirty="0">
                          <a:solidFill>
                            <a:srgbClr val="10B855"/>
                          </a:solidFill>
                        </a:rPr>
                        <a:t>period</a:t>
                      </a:r>
                      <a:r>
                        <a:rPr lang="en-US" sz="1200" dirty="0"/>
                        <a:t>] is done</a:t>
                      </a:r>
                    </a:p>
                  </a:txBody>
                  <a:tcPr anchor="ctr"/>
                </a:tc>
                <a:tc>
                  <a:txBody>
                    <a:bodyPr/>
                    <a:lstStyle/>
                    <a:p>
                      <a:pPr algn="ctr"/>
                      <a:r>
                        <a:rPr lang="en-US" sz="1200" dirty="0"/>
                        <a:t>[</a:t>
                      </a:r>
                      <a:r>
                        <a:rPr lang="en-US" sz="1200" dirty="0">
                          <a:solidFill>
                            <a:srgbClr val="10B855"/>
                          </a:solidFill>
                        </a:rPr>
                        <a:t>usufruct agreement</a:t>
                      </a:r>
                      <a:r>
                        <a:rPr lang="en-US" sz="1200" dirty="0"/>
                        <a:t>] is started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a:t>
                      </a:r>
                      <a:r>
                        <a:rPr lang="en-US" sz="1200" dirty="0">
                          <a:solidFill>
                            <a:srgbClr val="10B855"/>
                          </a:solidFill>
                        </a:rPr>
                        <a:t>usufruct agreement</a:t>
                      </a:r>
                      <a:r>
                        <a:rPr lang="en-US" sz="1200" dirty="0"/>
                        <a:t>] is ended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a:t>
                      </a:r>
                      <a:r>
                        <a:rPr kumimoji="0" lang="en-US" sz="1200" b="0" i="0" u="none" strike="noStrike" kern="1200" cap="none" spc="0" normalizeH="0" baseline="0" noProof="0" dirty="0">
                          <a:ln>
                            <a:noFill/>
                          </a:ln>
                          <a:solidFill>
                            <a:srgbClr val="10B855"/>
                          </a:solidFill>
                          <a:effectLst/>
                          <a:uLnTx/>
                          <a:uFillTx/>
                          <a:latin typeface="+mn-lt"/>
                          <a:ea typeface="+mn-ea"/>
                          <a:cs typeface="+mn-cs"/>
                        </a:rPr>
                        <a:t>usufruct case</a:t>
                      </a:r>
                      <a:r>
                        <a:rPr kumimoji="0" lang="en-US" sz="1200" b="0" i="0" u="none" strike="noStrike" kern="1200" cap="none" spc="0" normalizeH="0" baseline="0" noProof="0" dirty="0">
                          <a:ln>
                            <a:noFill/>
                          </a:ln>
                          <a:solidFill>
                            <a:prstClr val="black"/>
                          </a:solidFill>
                          <a:effectLst/>
                          <a:uLnTx/>
                          <a:uFillTx/>
                          <a:latin typeface="+mn-lt"/>
                          <a:ea typeface="+mn-ea"/>
                          <a:cs typeface="+mn-cs"/>
                        </a:rPr>
                        <a:t>] is concluded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resource of [</a:t>
                      </a:r>
                      <a:r>
                        <a:rPr kumimoji="0" lang="en-US" sz="1200" b="0" i="0" u="none" strike="noStrike" kern="1200" cap="none" spc="0" normalizeH="0" baseline="0" noProof="0" dirty="0">
                          <a:ln>
                            <a:noFill/>
                          </a:ln>
                          <a:solidFill>
                            <a:srgbClr val="10B855"/>
                          </a:solidFill>
                          <a:effectLst/>
                          <a:uLnTx/>
                          <a:uFillTx/>
                          <a:latin typeface="+mn-lt"/>
                          <a:ea typeface="+mn-ea"/>
                          <a:cs typeface="+mn-cs"/>
                        </a:rPr>
                        <a:t>usufruct case</a:t>
                      </a:r>
                      <a:r>
                        <a:rPr kumimoji="0" lang="en-US" sz="1200" b="0" i="0" u="none" strike="noStrike" kern="1200" cap="none" spc="0" normalizeH="0" baseline="0" noProof="0" dirty="0">
                          <a:ln>
                            <a:noFill/>
                          </a:ln>
                          <a:solidFill>
                            <a:prstClr val="black"/>
                          </a:solidFill>
                          <a:effectLst/>
                          <a:uLnTx/>
                          <a:uFillTx/>
                          <a:latin typeface="+mn-lt"/>
                          <a:ea typeface="+mn-ea"/>
                          <a:cs typeface="+mn-cs"/>
                        </a:rPr>
                        <a:t>] is seized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resource of [</a:t>
                      </a:r>
                      <a:r>
                        <a:rPr kumimoji="0" lang="en-US" sz="1200" b="0" i="0" u="none" strike="noStrike" kern="1200" cap="none" spc="0" normalizeH="0" baseline="0" noProof="0" dirty="0">
                          <a:ln>
                            <a:noFill/>
                          </a:ln>
                          <a:solidFill>
                            <a:srgbClr val="10B855"/>
                          </a:solidFill>
                          <a:effectLst/>
                          <a:uLnTx/>
                          <a:uFillTx/>
                          <a:latin typeface="+mn-lt"/>
                          <a:ea typeface="+mn-ea"/>
                          <a:cs typeface="+mn-cs"/>
                        </a:rPr>
                        <a:t>usufruct case</a:t>
                      </a:r>
                      <a:r>
                        <a:rPr kumimoji="0" lang="en-US" sz="1200" b="0" i="0" u="none" strike="noStrike" kern="1200" cap="none" spc="0" normalizeH="0" baseline="0" noProof="0" dirty="0">
                          <a:ln>
                            <a:noFill/>
                          </a:ln>
                          <a:solidFill>
                            <a:prstClr val="black"/>
                          </a:solidFill>
                          <a:effectLst/>
                          <a:uLnTx/>
                          <a:uFillTx/>
                          <a:latin typeface="+mn-lt"/>
                          <a:ea typeface="+mn-ea"/>
                          <a:cs typeface="+mn-cs"/>
                        </a:rPr>
                        <a:t>] is released</a:t>
                      </a:r>
                    </a:p>
                  </a:txBody>
                  <a:tcPr anchor="ctr"/>
                </a:tc>
                <a:tc>
                  <a:txBody>
                    <a:bodyPr/>
                    <a:lstStyle/>
                    <a:p>
                      <a:pPr algn="ctr"/>
                      <a:endParaRPr lang="en-US" sz="1200" dirty="0"/>
                    </a:p>
                  </a:txBody>
                  <a:tcPr anchor="ctr"/>
                </a:tc>
                <a:tc>
                  <a:txBody>
                    <a:bodyPr/>
                    <a:lstStyle/>
                    <a:p>
                      <a:pPr algn="ctr"/>
                      <a:endParaRPr lang="en-US" sz="1200" dirty="0"/>
                    </a:p>
                  </a:txBody>
                  <a:tcPr anchor="ctr"/>
                </a:tc>
                <a:extLst>
                  <a:ext uri="{0D108BD9-81ED-4DB2-BD59-A6C34878D82A}">
                    <a16:rowId xmlns:a16="http://schemas.microsoft.com/office/drawing/2014/main" val="681648194"/>
                  </a:ext>
                </a:extLst>
              </a:tr>
            </a:tbl>
          </a:graphicData>
        </a:graphic>
      </p:graphicFrame>
    </p:spTree>
    <p:extLst>
      <p:ext uri="{BB962C8B-B14F-4D97-AF65-F5344CB8AC3E}">
        <p14:creationId xmlns:p14="http://schemas.microsoft.com/office/powerpoint/2010/main" val="1565485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393B4E-2879-C76B-BCCA-DC29FFB3527C}"/>
              </a:ext>
            </a:extLst>
          </p:cNvPr>
          <p:cNvSpPr>
            <a:spLocks noGrp="1"/>
          </p:cNvSpPr>
          <p:nvPr>
            <p:ph type="body" sz="quarter" idx="15"/>
          </p:nvPr>
        </p:nvSpPr>
        <p:spPr/>
        <p:txBody>
          <a:bodyPr/>
          <a:lstStyle/>
          <a:p>
            <a:r>
              <a:rPr lang="en-US" dirty="0"/>
              <a:t>Expanding Informational TARs</a:t>
            </a:r>
          </a:p>
        </p:txBody>
      </p:sp>
      <p:sp>
        <p:nvSpPr>
          <p:cNvPr id="3" name="Rectangle 2">
            <a:extLst>
              <a:ext uri="{FF2B5EF4-FFF2-40B4-BE49-F238E27FC236}">
                <a16:creationId xmlns:a16="http://schemas.microsoft.com/office/drawing/2014/main" id="{B31F5E8D-10BD-B519-72B4-2816E72AC515}"/>
              </a:ext>
            </a:extLst>
          </p:cNvPr>
          <p:cNvSpPr/>
          <p:nvPr/>
        </p:nvSpPr>
        <p:spPr>
          <a:xfrm>
            <a:off x="1648356" y="2611767"/>
            <a:ext cx="822122" cy="8221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6F97A773-9377-8F66-E9E7-A228EB83B1EB}"/>
              </a:ext>
            </a:extLst>
          </p:cNvPr>
          <p:cNvGrpSpPr/>
          <p:nvPr/>
        </p:nvGrpSpPr>
        <p:grpSpPr>
          <a:xfrm>
            <a:off x="1798417" y="2350767"/>
            <a:ext cx="522000" cy="522000"/>
            <a:chOff x="4730449" y="1754609"/>
            <a:chExt cx="522000" cy="522000"/>
          </a:xfrm>
        </p:grpSpPr>
        <p:sp>
          <p:nvSpPr>
            <p:cNvPr id="5" name="Oval 4">
              <a:extLst>
                <a:ext uri="{FF2B5EF4-FFF2-40B4-BE49-F238E27FC236}">
                  <a16:creationId xmlns:a16="http://schemas.microsoft.com/office/drawing/2014/main" id="{4EF155B6-0597-CC24-577C-04138BCF5101}"/>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5A6BF19-7427-3523-0553-EC436662F819}"/>
                </a:ext>
              </a:extLst>
            </p:cNvPr>
            <p:cNvSpPr/>
            <p:nvPr/>
          </p:nvSpPr>
          <p:spPr>
            <a:xfrm rot="2676523">
              <a:off x="4811449" y="1835609"/>
              <a:ext cx="360000" cy="36000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extBox 6">
            <a:extLst>
              <a:ext uri="{FF2B5EF4-FFF2-40B4-BE49-F238E27FC236}">
                <a16:creationId xmlns:a16="http://schemas.microsoft.com/office/drawing/2014/main" id="{7F544104-D4C7-8A09-2271-0133AFF1BC8A}"/>
              </a:ext>
            </a:extLst>
          </p:cNvPr>
          <p:cNvSpPr txBox="1"/>
          <p:nvPr/>
        </p:nvSpPr>
        <p:spPr>
          <a:xfrm>
            <a:off x="1823676" y="2473267"/>
            <a:ext cx="481222" cy="276999"/>
          </a:xfrm>
          <a:prstGeom prst="rect">
            <a:avLst/>
          </a:prstGeom>
          <a:noFill/>
        </p:spPr>
        <p:txBody>
          <a:bodyPr wrap="none" rtlCol="0">
            <a:spAutoFit/>
          </a:bodyPr>
          <a:lstStyle/>
          <a:p>
            <a:pPr algn="ctr"/>
            <a:r>
              <a:rPr lang="en-US" sz="1200" dirty="0" err="1"/>
              <a:t>TKxx</a:t>
            </a:r>
            <a:endParaRPr lang="en-US" sz="1200" dirty="0"/>
          </a:p>
        </p:txBody>
      </p:sp>
      <p:sp>
        <p:nvSpPr>
          <p:cNvPr id="8" name="TextBox 7">
            <a:extLst>
              <a:ext uri="{FF2B5EF4-FFF2-40B4-BE49-F238E27FC236}">
                <a16:creationId xmlns:a16="http://schemas.microsoft.com/office/drawing/2014/main" id="{A9F39A8B-1374-EB7C-ABC0-48415814D514}"/>
              </a:ext>
            </a:extLst>
          </p:cNvPr>
          <p:cNvSpPr txBox="1"/>
          <p:nvPr/>
        </p:nvSpPr>
        <p:spPr>
          <a:xfrm>
            <a:off x="1648356" y="3046143"/>
            <a:ext cx="822121" cy="400110"/>
          </a:xfrm>
          <a:prstGeom prst="rect">
            <a:avLst/>
          </a:prstGeom>
          <a:noFill/>
        </p:spPr>
        <p:txBody>
          <a:bodyPr wrap="square" rtlCol="0">
            <a:spAutoFit/>
          </a:bodyPr>
          <a:lstStyle/>
          <a:p>
            <a:pPr algn="ctr"/>
            <a:r>
              <a:rPr lang="en-US" sz="1000" dirty="0">
                <a:solidFill>
                  <a:srgbClr val="10B855"/>
                </a:solidFill>
              </a:rPr>
              <a:t>case kind</a:t>
            </a:r>
            <a:r>
              <a:rPr lang="en-US" sz="1000" dirty="0"/>
              <a:t> producer</a:t>
            </a:r>
          </a:p>
        </p:txBody>
      </p:sp>
      <p:sp>
        <p:nvSpPr>
          <p:cNvPr id="9" name="Rectangle 8">
            <a:extLst>
              <a:ext uri="{FF2B5EF4-FFF2-40B4-BE49-F238E27FC236}">
                <a16:creationId xmlns:a16="http://schemas.microsoft.com/office/drawing/2014/main" id="{7273993A-2E7C-DC9F-991D-0D8892F0AEE2}"/>
              </a:ext>
            </a:extLst>
          </p:cNvPr>
          <p:cNvSpPr/>
          <p:nvPr/>
        </p:nvSpPr>
        <p:spPr>
          <a:xfrm>
            <a:off x="1648356" y="4058055"/>
            <a:ext cx="822122" cy="8221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CABCD6A-D01F-D27E-4E59-A6D962770CA9}"/>
              </a:ext>
            </a:extLst>
          </p:cNvPr>
          <p:cNvGrpSpPr/>
          <p:nvPr/>
        </p:nvGrpSpPr>
        <p:grpSpPr>
          <a:xfrm>
            <a:off x="1798417" y="3797055"/>
            <a:ext cx="522000" cy="522000"/>
            <a:chOff x="4730449" y="1754609"/>
            <a:chExt cx="522000" cy="522000"/>
          </a:xfrm>
        </p:grpSpPr>
        <p:sp>
          <p:nvSpPr>
            <p:cNvPr id="11" name="Oval 10">
              <a:extLst>
                <a:ext uri="{FF2B5EF4-FFF2-40B4-BE49-F238E27FC236}">
                  <a16:creationId xmlns:a16="http://schemas.microsoft.com/office/drawing/2014/main" id="{D8B79E51-F491-C6DF-3BED-7BC244202D44}"/>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DFAECF6-BC33-6D81-C9BB-254B3A6ABA0D}"/>
                </a:ext>
              </a:extLst>
            </p:cNvPr>
            <p:cNvSpPr/>
            <p:nvPr/>
          </p:nvSpPr>
          <p:spPr>
            <a:xfrm rot="2676523">
              <a:off x="4811449" y="1835609"/>
              <a:ext cx="360000" cy="360000"/>
            </a:xfrm>
            <a:prstGeom prst="rect">
              <a:avLst/>
            </a:prstGeom>
            <a:solidFill>
              <a:schemeClr val="bg1"/>
            </a:solidFill>
            <a:ln>
              <a:solidFill>
                <a:srgbClr val="10B8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TextBox 12">
            <a:extLst>
              <a:ext uri="{FF2B5EF4-FFF2-40B4-BE49-F238E27FC236}">
                <a16:creationId xmlns:a16="http://schemas.microsoft.com/office/drawing/2014/main" id="{2B85C9D7-27B4-C489-EA66-DC29D3CD3DDC}"/>
              </a:ext>
            </a:extLst>
          </p:cNvPr>
          <p:cNvSpPr txBox="1"/>
          <p:nvPr/>
        </p:nvSpPr>
        <p:spPr>
          <a:xfrm>
            <a:off x="1823003" y="3919555"/>
            <a:ext cx="482568" cy="276999"/>
          </a:xfrm>
          <a:prstGeom prst="rect">
            <a:avLst/>
          </a:prstGeom>
          <a:noFill/>
        </p:spPr>
        <p:txBody>
          <a:bodyPr wrap="none" rtlCol="0">
            <a:spAutoFit/>
          </a:bodyPr>
          <a:lstStyle/>
          <a:p>
            <a:pPr algn="ctr"/>
            <a:r>
              <a:rPr lang="en-US" sz="1200" dirty="0" err="1"/>
              <a:t>TKyy</a:t>
            </a:r>
            <a:endParaRPr lang="en-US" sz="1200" dirty="0"/>
          </a:p>
        </p:txBody>
      </p:sp>
      <p:sp>
        <p:nvSpPr>
          <p:cNvPr id="14" name="TextBox 13">
            <a:extLst>
              <a:ext uri="{FF2B5EF4-FFF2-40B4-BE49-F238E27FC236}">
                <a16:creationId xmlns:a16="http://schemas.microsoft.com/office/drawing/2014/main" id="{3342B4C3-0FBA-41CA-D212-1418C51FBD29}"/>
              </a:ext>
            </a:extLst>
          </p:cNvPr>
          <p:cNvSpPr txBox="1"/>
          <p:nvPr/>
        </p:nvSpPr>
        <p:spPr>
          <a:xfrm>
            <a:off x="1648356" y="4492431"/>
            <a:ext cx="822121" cy="369332"/>
          </a:xfrm>
          <a:prstGeom prst="rect">
            <a:avLst/>
          </a:prstGeom>
          <a:noFill/>
        </p:spPr>
        <p:txBody>
          <a:bodyPr wrap="square" rtlCol="0">
            <a:spAutoFit/>
          </a:bodyPr>
          <a:lstStyle/>
          <a:p>
            <a:pPr algn="ctr"/>
            <a:r>
              <a:rPr lang="en-US" sz="900" dirty="0">
                <a:solidFill>
                  <a:srgbClr val="10B855"/>
                </a:solidFill>
              </a:rPr>
              <a:t>case kind</a:t>
            </a:r>
            <a:r>
              <a:rPr lang="en-US" sz="900" dirty="0"/>
              <a:t> </a:t>
            </a:r>
            <a:r>
              <a:rPr lang="en-US" sz="900" dirty="0" err="1"/>
              <a:t>rememberer</a:t>
            </a:r>
            <a:endParaRPr lang="en-US" sz="900" dirty="0"/>
          </a:p>
        </p:txBody>
      </p:sp>
      <p:cxnSp>
        <p:nvCxnSpPr>
          <p:cNvPr id="16" name="Straight Connector 15">
            <a:extLst>
              <a:ext uri="{FF2B5EF4-FFF2-40B4-BE49-F238E27FC236}">
                <a16:creationId xmlns:a16="http://schemas.microsoft.com/office/drawing/2014/main" id="{E56FEAC9-D283-EF31-931C-A605A1574120}"/>
              </a:ext>
            </a:extLst>
          </p:cNvPr>
          <p:cNvCxnSpPr>
            <a:stCxn id="8" idx="2"/>
            <a:endCxn id="11" idx="0"/>
          </p:cNvCxnSpPr>
          <p:nvPr/>
        </p:nvCxnSpPr>
        <p:spPr>
          <a:xfrm>
            <a:off x="2059417" y="3446253"/>
            <a:ext cx="0" cy="350802"/>
          </a:xfrm>
          <a:prstGeom prst="line">
            <a:avLst/>
          </a:prstGeom>
        </p:spPr>
        <p:style>
          <a:lnRef idx="2">
            <a:schemeClr val="dk1"/>
          </a:lnRef>
          <a:fillRef idx="0">
            <a:schemeClr val="dk1"/>
          </a:fillRef>
          <a:effectRef idx="1">
            <a:schemeClr val="dk1"/>
          </a:effectRef>
          <a:fontRef idx="minor">
            <a:schemeClr val="tx1"/>
          </a:fontRef>
        </p:style>
      </p:cxnSp>
      <p:pic>
        <p:nvPicPr>
          <p:cNvPr id="18" name="Picture 17">
            <a:extLst>
              <a:ext uri="{FF2B5EF4-FFF2-40B4-BE49-F238E27FC236}">
                <a16:creationId xmlns:a16="http://schemas.microsoft.com/office/drawing/2014/main" id="{851E7E27-FC02-DB09-9EE5-F159DD77FA9B}"/>
              </a:ext>
            </a:extLst>
          </p:cNvPr>
          <p:cNvPicPr>
            <a:picLocks noChangeAspect="1"/>
          </p:cNvPicPr>
          <p:nvPr/>
        </p:nvPicPr>
        <p:blipFill>
          <a:blip r:embed="rId3"/>
          <a:stretch>
            <a:fillRect/>
          </a:stretch>
        </p:blipFill>
        <p:spPr>
          <a:xfrm>
            <a:off x="4290163" y="1092679"/>
            <a:ext cx="5093461" cy="3660475"/>
          </a:xfrm>
          <a:prstGeom prst="rect">
            <a:avLst/>
          </a:prstGeom>
        </p:spPr>
      </p:pic>
      <p:cxnSp>
        <p:nvCxnSpPr>
          <p:cNvPr id="20" name="Straight Connector 19">
            <a:extLst>
              <a:ext uri="{FF2B5EF4-FFF2-40B4-BE49-F238E27FC236}">
                <a16:creationId xmlns:a16="http://schemas.microsoft.com/office/drawing/2014/main" id="{174BD07D-713E-96B4-23FA-96679DCA9E9A}"/>
              </a:ext>
            </a:extLst>
          </p:cNvPr>
          <p:cNvCxnSpPr>
            <a:stCxn id="3" idx="3"/>
          </p:cNvCxnSpPr>
          <p:nvPr/>
        </p:nvCxnSpPr>
        <p:spPr>
          <a:xfrm flipV="1">
            <a:off x="2470478" y="1150189"/>
            <a:ext cx="2791634" cy="1872639"/>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A93BF803-D682-669B-31DE-EF8AA54D8FFF}"/>
              </a:ext>
            </a:extLst>
          </p:cNvPr>
          <p:cNvCxnSpPr>
            <a:cxnSpLocks/>
            <a:stCxn id="3" idx="3"/>
          </p:cNvCxnSpPr>
          <p:nvPr/>
        </p:nvCxnSpPr>
        <p:spPr>
          <a:xfrm>
            <a:off x="2470478" y="3022828"/>
            <a:ext cx="2791634" cy="1654269"/>
          </a:xfrm>
          <a:prstGeom prst="line">
            <a:avLst/>
          </a:prstGeom>
        </p:spPr>
        <p:style>
          <a:lnRef idx="2">
            <a:schemeClr val="dk1"/>
          </a:lnRef>
          <a:fillRef idx="0">
            <a:schemeClr val="dk1"/>
          </a:fillRef>
          <a:effectRef idx="1">
            <a:schemeClr val="dk1"/>
          </a:effectRef>
          <a:fontRef idx="minor">
            <a:schemeClr val="tx1"/>
          </a:fontRef>
        </p:style>
      </p:cxnSp>
      <p:pic>
        <p:nvPicPr>
          <p:cNvPr id="25" name="Picture 24">
            <a:extLst>
              <a:ext uri="{FF2B5EF4-FFF2-40B4-BE49-F238E27FC236}">
                <a16:creationId xmlns:a16="http://schemas.microsoft.com/office/drawing/2014/main" id="{A01B204A-9208-D23B-C03D-ADB7774F2F65}"/>
              </a:ext>
            </a:extLst>
          </p:cNvPr>
          <p:cNvPicPr>
            <a:picLocks noChangeAspect="1"/>
          </p:cNvPicPr>
          <p:nvPr/>
        </p:nvPicPr>
        <p:blipFill>
          <a:blip r:embed="rId4"/>
          <a:stretch>
            <a:fillRect/>
          </a:stretch>
        </p:blipFill>
        <p:spPr>
          <a:xfrm>
            <a:off x="5075557" y="4797924"/>
            <a:ext cx="3729136" cy="1827869"/>
          </a:xfrm>
          <a:prstGeom prst="rect">
            <a:avLst/>
          </a:prstGeom>
        </p:spPr>
      </p:pic>
      <p:cxnSp>
        <p:nvCxnSpPr>
          <p:cNvPr id="29" name="Straight Connector 28">
            <a:extLst>
              <a:ext uri="{FF2B5EF4-FFF2-40B4-BE49-F238E27FC236}">
                <a16:creationId xmlns:a16="http://schemas.microsoft.com/office/drawing/2014/main" id="{1709E65A-8413-EDAF-70D9-FD3D7F630D0B}"/>
              </a:ext>
            </a:extLst>
          </p:cNvPr>
          <p:cNvCxnSpPr>
            <a:cxnSpLocks/>
          </p:cNvCxnSpPr>
          <p:nvPr/>
        </p:nvCxnSpPr>
        <p:spPr>
          <a:xfrm flipV="1">
            <a:off x="5075557" y="3022828"/>
            <a:ext cx="964803" cy="1787836"/>
          </a:xfrm>
          <a:prstGeom prst="line">
            <a:avLst/>
          </a:prstGeom>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6AF99B47-C43D-F2A8-6EBA-67BBA7DD8A5A}"/>
              </a:ext>
            </a:extLst>
          </p:cNvPr>
          <p:cNvCxnSpPr>
            <a:cxnSpLocks/>
          </p:cNvCxnSpPr>
          <p:nvPr/>
        </p:nvCxnSpPr>
        <p:spPr>
          <a:xfrm flipH="1" flipV="1">
            <a:off x="6205267" y="3022828"/>
            <a:ext cx="2599426" cy="1775096"/>
          </a:xfrm>
          <a:prstGeom prst="line">
            <a:avLst/>
          </a:prstGeom>
        </p:spPr>
        <p:style>
          <a:lnRef idx="2">
            <a:schemeClr val="dk1"/>
          </a:lnRef>
          <a:fillRef idx="0">
            <a:schemeClr val="dk1"/>
          </a:fillRef>
          <a:effectRef idx="1">
            <a:schemeClr val="dk1"/>
          </a:effectRef>
          <a:fontRef idx="minor">
            <a:schemeClr val="tx1"/>
          </a:fontRef>
        </p:style>
      </p:cxnSp>
      <p:sp>
        <p:nvSpPr>
          <p:cNvPr id="37" name="Rectangle 36">
            <a:extLst>
              <a:ext uri="{FF2B5EF4-FFF2-40B4-BE49-F238E27FC236}">
                <a16:creationId xmlns:a16="http://schemas.microsoft.com/office/drawing/2014/main" id="{5004FBA6-A457-5C1E-0F42-A06C7542475F}"/>
              </a:ext>
            </a:extLst>
          </p:cNvPr>
          <p:cNvSpPr/>
          <p:nvPr/>
        </p:nvSpPr>
        <p:spPr>
          <a:xfrm>
            <a:off x="5515154" y="5423140"/>
            <a:ext cx="3053751" cy="609600"/>
          </a:xfrm>
          <a:prstGeom prst="rect">
            <a:avLst/>
          </a:prstGeom>
          <a:noFill/>
          <a:ln>
            <a:solidFill>
              <a:srgbClr val="10B8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C69E28E2-BE36-CD8F-8ED7-B8846D766888}"/>
              </a:ext>
            </a:extLst>
          </p:cNvPr>
          <p:cNvSpPr/>
          <p:nvPr/>
        </p:nvSpPr>
        <p:spPr>
          <a:xfrm>
            <a:off x="9269270" y="5300980"/>
            <a:ext cx="822122" cy="8221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64F91E50-C58B-2631-DD56-45AE88C2FA1D}"/>
              </a:ext>
            </a:extLst>
          </p:cNvPr>
          <p:cNvGrpSpPr/>
          <p:nvPr/>
        </p:nvGrpSpPr>
        <p:grpSpPr>
          <a:xfrm>
            <a:off x="9419331" y="5039980"/>
            <a:ext cx="522000" cy="522000"/>
            <a:chOff x="4730449" y="1754609"/>
            <a:chExt cx="522000" cy="522000"/>
          </a:xfrm>
        </p:grpSpPr>
        <p:sp>
          <p:nvSpPr>
            <p:cNvPr id="40" name="Oval 39">
              <a:extLst>
                <a:ext uri="{FF2B5EF4-FFF2-40B4-BE49-F238E27FC236}">
                  <a16:creationId xmlns:a16="http://schemas.microsoft.com/office/drawing/2014/main" id="{619BAA40-BD3D-7A3F-FF3A-2433A44BA26D}"/>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4B4448B9-525E-129B-8185-638158D8A4E7}"/>
                </a:ext>
              </a:extLst>
            </p:cNvPr>
            <p:cNvSpPr/>
            <p:nvPr/>
          </p:nvSpPr>
          <p:spPr>
            <a:xfrm rot="2676523">
              <a:off x="4811449" y="1835609"/>
              <a:ext cx="360000" cy="360000"/>
            </a:xfrm>
            <a:prstGeom prst="rect">
              <a:avLst/>
            </a:prstGeom>
            <a:solidFill>
              <a:schemeClr val="bg1"/>
            </a:solidFill>
            <a:ln>
              <a:solidFill>
                <a:srgbClr val="10B8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2" name="TextBox 41">
            <a:extLst>
              <a:ext uri="{FF2B5EF4-FFF2-40B4-BE49-F238E27FC236}">
                <a16:creationId xmlns:a16="http://schemas.microsoft.com/office/drawing/2014/main" id="{2D2BEEEE-DC9B-F13C-4E20-1D293935CD47}"/>
              </a:ext>
            </a:extLst>
          </p:cNvPr>
          <p:cNvSpPr txBox="1"/>
          <p:nvPr/>
        </p:nvSpPr>
        <p:spPr>
          <a:xfrm>
            <a:off x="9444590" y="5162480"/>
            <a:ext cx="481222" cy="276999"/>
          </a:xfrm>
          <a:prstGeom prst="rect">
            <a:avLst/>
          </a:prstGeom>
          <a:noFill/>
        </p:spPr>
        <p:txBody>
          <a:bodyPr wrap="none" rtlCol="0">
            <a:spAutoFit/>
          </a:bodyPr>
          <a:lstStyle/>
          <a:p>
            <a:pPr algn="ctr"/>
            <a:r>
              <a:rPr lang="en-US" sz="1200" dirty="0" err="1"/>
              <a:t>TKzz</a:t>
            </a:r>
            <a:endParaRPr lang="en-US" sz="1200" dirty="0"/>
          </a:p>
        </p:txBody>
      </p:sp>
      <p:sp>
        <p:nvSpPr>
          <p:cNvPr id="43" name="TextBox 42">
            <a:extLst>
              <a:ext uri="{FF2B5EF4-FFF2-40B4-BE49-F238E27FC236}">
                <a16:creationId xmlns:a16="http://schemas.microsoft.com/office/drawing/2014/main" id="{C9FA3D7F-7E0B-8DBF-6CBE-BA1D59F8626D}"/>
              </a:ext>
            </a:extLst>
          </p:cNvPr>
          <p:cNvSpPr txBox="1"/>
          <p:nvPr/>
        </p:nvSpPr>
        <p:spPr>
          <a:xfrm>
            <a:off x="9244290" y="5788878"/>
            <a:ext cx="872082" cy="369332"/>
          </a:xfrm>
          <a:prstGeom prst="rect">
            <a:avLst/>
          </a:prstGeom>
          <a:noFill/>
        </p:spPr>
        <p:txBody>
          <a:bodyPr wrap="square" rtlCol="0">
            <a:spAutoFit/>
          </a:bodyPr>
          <a:lstStyle/>
          <a:p>
            <a:pPr algn="ctr"/>
            <a:r>
              <a:rPr lang="en-US" sz="900" dirty="0">
                <a:solidFill>
                  <a:srgbClr val="10B855"/>
                </a:solidFill>
              </a:rPr>
              <a:t>existence law </a:t>
            </a:r>
            <a:r>
              <a:rPr lang="en-US" sz="900" dirty="0"/>
              <a:t>calculator</a:t>
            </a:r>
          </a:p>
        </p:txBody>
      </p:sp>
      <p:cxnSp>
        <p:nvCxnSpPr>
          <p:cNvPr id="47" name="Straight Arrow Connector 46">
            <a:extLst>
              <a:ext uri="{FF2B5EF4-FFF2-40B4-BE49-F238E27FC236}">
                <a16:creationId xmlns:a16="http://schemas.microsoft.com/office/drawing/2014/main" id="{CA4B7B89-3496-8E53-EC03-A5C105AD53A0}"/>
              </a:ext>
            </a:extLst>
          </p:cNvPr>
          <p:cNvCxnSpPr/>
          <p:nvPr/>
        </p:nvCxnSpPr>
        <p:spPr>
          <a:xfrm>
            <a:off x="8568905" y="5693556"/>
            <a:ext cx="700365" cy="0"/>
          </a:xfrm>
          <a:prstGeom prst="straightConnector1">
            <a:avLst/>
          </a:prstGeom>
          <a:ln>
            <a:solidFill>
              <a:srgbClr val="10B855"/>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3E19E20B-EB7E-9E0C-4ABC-480586AFB86A}"/>
              </a:ext>
            </a:extLst>
          </p:cNvPr>
          <p:cNvCxnSpPr/>
          <p:nvPr/>
        </p:nvCxnSpPr>
        <p:spPr>
          <a:xfrm>
            <a:off x="8568905" y="5897714"/>
            <a:ext cx="700365" cy="0"/>
          </a:xfrm>
          <a:prstGeom prst="straightConnector1">
            <a:avLst/>
          </a:prstGeom>
          <a:ln>
            <a:solidFill>
              <a:srgbClr val="10B855"/>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DFE82BF4-D5EA-F54E-7CD7-889DB61E9E7C}"/>
              </a:ext>
            </a:extLst>
          </p:cNvPr>
          <p:cNvCxnSpPr/>
          <p:nvPr/>
        </p:nvCxnSpPr>
        <p:spPr>
          <a:xfrm>
            <a:off x="8568905" y="5483646"/>
            <a:ext cx="700365" cy="0"/>
          </a:xfrm>
          <a:prstGeom prst="straightConnector1">
            <a:avLst/>
          </a:prstGeom>
          <a:ln>
            <a:solidFill>
              <a:srgbClr val="10B855"/>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70722AEC-B0AA-619C-05AE-EE80E367A68C}"/>
              </a:ext>
            </a:extLst>
          </p:cNvPr>
          <p:cNvSpPr txBox="1"/>
          <p:nvPr/>
        </p:nvSpPr>
        <p:spPr>
          <a:xfrm>
            <a:off x="9336326" y="6158210"/>
            <a:ext cx="688009" cy="253916"/>
          </a:xfrm>
          <a:prstGeom prst="rect">
            <a:avLst/>
          </a:prstGeom>
          <a:noFill/>
        </p:spPr>
        <p:txBody>
          <a:bodyPr wrap="none" rtlCol="0">
            <a:spAutoFit/>
          </a:bodyPr>
          <a:lstStyle/>
          <a:p>
            <a:r>
              <a:rPr lang="en-US" sz="1050" dirty="0">
                <a:solidFill>
                  <a:srgbClr val="10B855"/>
                </a:solidFill>
              </a:rPr>
              <a:t>for 1 to n</a:t>
            </a:r>
          </a:p>
        </p:txBody>
      </p:sp>
    </p:spTree>
    <p:extLst>
      <p:ext uri="{BB962C8B-B14F-4D97-AF65-F5344CB8AC3E}">
        <p14:creationId xmlns:p14="http://schemas.microsoft.com/office/powerpoint/2010/main" val="3015803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19AB7-E348-2414-513F-490333364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DC747-D9B8-B732-F82E-C5BB0E4C019A}"/>
              </a:ext>
            </a:extLst>
          </p:cNvPr>
          <p:cNvSpPr>
            <a:spLocks noGrp="1"/>
          </p:cNvSpPr>
          <p:nvPr>
            <p:ph type="title"/>
          </p:nvPr>
        </p:nvSpPr>
        <p:spPr/>
        <p:txBody>
          <a:bodyPr/>
          <a:lstStyle/>
          <a:p>
            <a:r>
              <a:rPr lang="en-US" dirty="0"/>
              <a:t>Expanding the ontology with Documental</a:t>
            </a:r>
          </a:p>
        </p:txBody>
      </p:sp>
      <p:sp>
        <p:nvSpPr>
          <p:cNvPr id="3" name="Text Placeholder 2">
            <a:extLst>
              <a:ext uri="{FF2B5EF4-FFF2-40B4-BE49-F238E27FC236}">
                <a16:creationId xmlns:a16="http://schemas.microsoft.com/office/drawing/2014/main" id="{D5F4E6EE-0DA1-7792-2D57-9B9735A5DB58}"/>
              </a:ext>
            </a:extLst>
          </p:cNvPr>
          <p:cNvSpPr>
            <a:spLocks noGrp="1"/>
          </p:cNvSpPr>
          <p:nvPr>
            <p:ph type="body" sz="quarter" idx="37"/>
          </p:nvPr>
        </p:nvSpPr>
        <p:spPr/>
        <p:txBody>
          <a:bodyPr/>
          <a:lstStyle/>
          <a:p>
            <a:endParaRPr lang="en-US"/>
          </a:p>
        </p:txBody>
      </p:sp>
    </p:spTree>
    <p:extLst>
      <p:ext uri="{BB962C8B-B14F-4D97-AF65-F5344CB8AC3E}">
        <p14:creationId xmlns:p14="http://schemas.microsoft.com/office/powerpoint/2010/main" val="2463034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177E1EF-8603-E54F-244D-5A344C57422F}"/>
              </a:ext>
            </a:extLst>
          </p:cNvPr>
          <p:cNvSpPr>
            <a:spLocks noGrp="1"/>
          </p:cNvSpPr>
          <p:nvPr>
            <p:ph type="body" sz="quarter" idx="15"/>
          </p:nvPr>
        </p:nvSpPr>
        <p:spPr>
          <a:xfrm>
            <a:off x="662547" y="527308"/>
            <a:ext cx="8476197" cy="341632"/>
          </a:xfrm>
        </p:spPr>
        <p:txBody>
          <a:bodyPr/>
          <a:lstStyle/>
          <a:p>
            <a:r>
              <a:rPr lang="en-US" dirty="0"/>
              <a:t>Expanding Documental TARs</a:t>
            </a:r>
          </a:p>
        </p:txBody>
      </p:sp>
      <p:grpSp>
        <p:nvGrpSpPr>
          <p:cNvPr id="47" name="Group 46">
            <a:extLst>
              <a:ext uri="{FF2B5EF4-FFF2-40B4-BE49-F238E27FC236}">
                <a16:creationId xmlns:a16="http://schemas.microsoft.com/office/drawing/2014/main" id="{09AADC27-4AE4-98FC-5471-4490F2199B72}"/>
              </a:ext>
            </a:extLst>
          </p:cNvPr>
          <p:cNvGrpSpPr/>
          <p:nvPr/>
        </p:nvGrpSpPr>
        <p:grpSpPr>
          <a:xfrm>
            <a:off x="162620" y="2253171"/>
            <a:ext cx="3192497" cy="2802493"/>
            <a:chOff x="2156820" y="1925368"/>
            <a:chExt cx="3192497" cy="2802493"/>
          </a:xfrm>
        </p:grpSpPr>
        <p:sp>
          <p:nvSpPr>
            <p:cNvPr id="5" name="Rectangle 4">
              <a:extLst>
                <a:ext uri="{FF2B5EF4-FFF2-40B4-BE49-F238E27FC236}">
                  <a16:creationId xmlns:a16="http://schemas.microsoft.com/office/drawing/2014/main" id="{A19A19C0-ADEB-2192-3F5B-D1E185F883D2}"/>
                </a:ext>
              </a:extLst>
            </p:cNvPr>
            <p:cNvSpPr/>
            <p:nvPr/>
          </p:nvSpPr>
          <p:spPr>
            <a:xfrm>
              <a:off x="3366201" y="2186368"/>
              <a:ext cx="822122" cy="8221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E335C8C-78B9-5C85-F0B5-4A303B49FE1B}"/>
                </a:ext>
              </a:extLst>
            </p:cNvPr>
            <p:cNvGrpSpPr/>
            <p:nvPr/>
          </p:nvGrpSpPr>
          <p:grpSpPr>
            <a:xfrm>
              <a:off x="3516262" y="1925368"/>
              <a:ext cx="522000" cy="522000"/>
              <a:chOff x="4730449" y="1754609"/>
              <a:chExt cx="522000" cy="522000"/>
            </a:xfrm>
          </p:grpSpPr>
          <p:sp>
            <p:nvSpPr>
              <p:cNvPr id="7" name="Oval 6">
                <a:extLst>
                  <a:ext uri="{FF2B5EF4-FFF2-40B4-BE49-F238E27FC236}">
                    <a16:creationId xmlns:a16="http://schemas.microsoft.com/office/drawing/2014/main" id="{F912043F-F253-B0EB-F815-76A0DA51CD13}"/>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B30E6A0C-9A05-FB01-A86A-A2AD8F11F3CA}"/>
                  </a:ext>
                </a:extLst>
              </p:cNvPr>
              <p:cNvSpPr/>
              <p:nvPr/>
            </p:nvSpPr>
            <p:spPr>
              <a:xfrm rot="2676523">
                <a:off x="4811449" y="1835609"/>
                <a:ext cx="360000" cy="360000"/>
              </a:xfrm>
              <a:prstGeom prst="rect">
                <a:avLst/>
              </a:prstGeom>
              <a:solidFill>
                <a:schemeClr val="bg1"/>
              </a:solidFill>
              <a:ln>
                <a:solidFill>
                  <a:srgbClr val="10B8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TextBox 8">
              <a:extLst>
                <a:ext uri="{FF2B5EF4-FFF2-40B4-BE49-F238E27FC236}">
                  <a16:creationId xmlns:a16="http://schemas.microsoft.com/office/drawing/2014/main" id="{28C8F059-37D4-9D5E-B97C-147F7169B8F3}"/>
                </a:ext>
              </a:extLst>
            </p:cNvPr>
            <p:cNvSpPr txBox="1"/>
            <p:nvPr/>
          </p:nvSpPr>
          <p:spPr>
            <a:xfrm>
              <a:off x="3540848" y="2047868"/>
              <a:ext cx="482568" cy="276999"/>
            </a:xfrm>
            <a:prstGeom prst="rect">
              <a:avLst/>
            </a:prstGeom>
            <a:noFill/>
          </p:spPr>
          <p:txBody>
            <a:bodyPr wrap="none" rtlCol="0">
              <a:spAutoFit/>
            </a:bodyPr>
            <a:lstStyle/>
            <a:p>
              <a:pPr algn="ctr"/>
              <a:r>
                <a:rPr lang="en-US" sz="1200" dirty="0" err="1"/>
                <a:t>TKyy</a:t>
              </a:r>
              <a:endParaRPr lang="en-US" sz="1200" dirty="0"/>
            </a:p>
          </p:txBody>
        </p:sp>
        <p:sp>
          <p:nvSpPr>
            <p:cNvPr id="10" name="TextBox 9">
              <a:extLst>
                <a:ext uri="{FF2B5EF4-FFF2-40B4-BE49-F238E27FC236}">
                  <a16:creationId xmlns:a16="http://schemas.microsoft.com/office/drawing/2014/main" id="{60FC82E7-2F9B-1D3B-1987-23E3443D4945}"/>
                </a:ext>
              </a:extLst>
            </p:cNvPr>
            <p:cNvSpPr txBox="1"/>
            <p:nvPr/>
          </p:nvSpPr>
          <p:spPr>
            <a:xfrm>
              <a:off x="3366201" y="2620744"/>
              <a:ext cx="822121" cy="369332"/>
            </a:xfrm>
            <a:prstGeom prst="rect">
              <a:avLst/>
            </a:prstGeom>
            <a:noFill/>
          </p:spPr>
          <p:txBody>
            <a:bodyPr wrap="square" rtlCol="0">
              <a:spAutoFit/>
            </a:bodyPr>
            <a:lstStyle/>
            <a:p>
              <a:pPr algn="ctr"/>
              <a:r>
                <a:rPr lang="en-US" sz="900" dirty="0">
                  <a:solidFill>
                    <a:srgbClr val="10B855"/>
                  </a:solidFill>
                </a:rPr>
                <a:t>case kind</a:t>
              </a:r>
              <a:r>
                <a:rPr lang="en-US" sz="900" dirty="0"/>
                <a:t> </a:t>
              </a:r>
              <a:r>
                <a:rPr lang="en-US" sz="900" dirty="0" err="1"/>
                <a:t>rememberer</a:t>
              </a:r>
              <a:endParaRPr lang="en-US" sz="900" dirty="0"/>
            </a:p>
          </p:txBody>
        </p:sp>
        <p:grpSp>
          <p:nvGrpSpPr>
            <p:cNvPr id="31" name="Group 30">
              <a:extLst>
                <a:ext uri="{FF2B5EF4-FFF2-40B4-BE49-F238E27FC236}">
                  <a16:creationId xmlns:a16="http://schemas.microsoft.com/office/drawing/2014/main" id="{E50B87F0-9170-F71B-357B-B37DE40BEA56}"/>
                </a:ext>
              </a:extLst>
            </p:cNvPr>
            <p:cNvGrpSpPr/>
            <p:nvPr/>
          </p:nvGrpSpPr>
          <p:grpSpPr>
            <a:xfrm>
              <a:off x="2156820" y="3644739"/>
              <a:ext cx="822122" cy="1083122"/>
              <a:chOff x="2156820" y="3647615"/>
              <a:chExt cx="822122" cy="1083122"/>
            </a:xfrm>
          </p:grpSpPr>
          <p:sp>
            <p:nvSpPr>
              <p:cNvPr id="11" name="Rectangle 10">
                <a:extLst>
                  <a:ext uri="{FF2B5EF4-FFF2-40B4-BE49-F238E27FC236}">
                    <a16:creationId xmlns:a16="http://schemas.microsoft.com/office/drawing/2014/main" id="{DC7BC181-CD34-15AC-CC93-EAE72262FCE4}"/>
                  </a:ext>
                </a:extLst>
              </p:cNvPr>
              <p:cNvSpPr/>
              <p:nvPr/>
            </p:nvSpPr>
            <p:spPr>
              <a:xfrm>
                <a:off x="2156820" y="3908615"/>
                <a:ext cx="822122" cy="8221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D74EB3C9-580F-2874-6E0F-648957AA96C3}"/>
                  </a:ext>
                </a:extLst>
              </p:cNvPr>
              <p:cNvGrpSpPr/>
              <p:nvPr/>
            </p:nvGrpSpPr>
            <p:grpSpPr>
              <a:xfrm>
                <a:off x="2306881" y="3647615"/>
                <a:ext cx="522000" cy="522000"/>
                <a:chOff x="4730449" y="1754609"/>
                <a:chExt cx="522000" cy="522000"/>
              </a:xfrm>
            </p:grpSpPr>
            <p:sp>
              <p:nvSpPr>
                <p:cNvPr id="13" name="Oval 12">
                  <a:extLst>
                    <a:ext uri="{FF2B5EF4-FFF2-40B4-BE49-F238E27FC236}">
                      <a16:creationId xmlns:a16="http://schemas.microsoft.com/office/drawing/2014/main" id="{E78A99E4-E710-9DA5-54C5-8B1707A6678C}"/>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3A43635-DD1C-EB7B-43BB-90881BD151EB}"/>
                    </a:ext>
                  </a:extLst>
                </p:cNvPr>
                <p:cNvSpPr/>
                <p:nvPr/>
              </p:nvSpPr>
              <p:spPr>
                <a:xfrm rot="2676523">
                  <a:off x="4811449" y="1835609"/>
                  <a:ext cx="360000" cy="360000"/>
                </a:xfrm>
                <a:prstGeom prst="rect">
                  <a:avLst/>
                </a:prstGeom>
                <a:solidFill>
                  <a:schemeClr val="bg1"/>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extBox 14">
                <a:extLst>
                  <a:ext uri="{FF2B5EF4-FFF2-40B4-BE49-F238E27FC236}">
                    <a16:creationId xmlns:a16="http://schemas.microsoft.com/office/drawing/2014/main" id="{D4C283D6-9EF5-E766-4A43-AF631D4A5BBF}"/>
                  </a:ext>
                </a:extLst>
              </p:cNvPr>
              <p:cNvSpPr txBox="1"/>
              <p:nvPr/>
            </p:nvSpPr>
            <p:spPr>
              <a:xfrm>
                <a:off x="2318162" y="3770115"/>
                <a:ext cx="509178" cy="276999"/>
              </a:xfrm>
              <a:prstGeom prst="rect">
                <a:avLst/>
              </a:prstGeom>
              <a:noFill/>
            </p:spPr>
            <p:txBody>
              <a:bodyPr wrap="none" rtlCol="0">
                <a:spAutoFit/>
              </a:bodyPr>
              <a:lstStyle/>
              <a:p>
                <a:pPr algn="ctr"/>
                <a:r>
                  <a:rPr lang="en-US" sz="1200" dirty="0" err="1"/>
                  <a:t>TKaa</a:t>
                </a:r>
                <a:endParaRPr lang="en-US" sz="1200" dirty="0"/>
              </a:p>
            </p:txBody>
          </p:sp>
          <p:sp>
            <p:nvSpPr>
              <p:cNvPr id="16" name="TextBox 15">
                <a:extLst>
                  <a:ext uri="{FF2B5EF4-FFF2-40B4-BE49-F238E27FC236}">
                    <a16:creationId xmlns:a16="http://schemas.microsoft.com/office/drawing/2014/main" id="{DDAB2FD0-3FD5-C3C3-9C8C-B92E2271CAC5}"/>
                  </a:ext>
                </a:extLst>
              </p:cNvPr>
              <p:cNvSpPr txBox="1"/>
              <p:nvPr/>
            </p:nvSpPr>
            <p:spPr>
              <a:xfrm>
                <a:off x="2156820" y="4342991"/>
                <a:ext cx="822121" cy="369332"/>
              </a:xfrm>
              <a:prstGeom prst="rect">
                <a:avLst/>
              </a:prstGeom>
              <a:noFill/>
            </p:spPr>
            <p:txBody>
              <a:bodyPr wrap="square" rtlCol="0">
                <a:spAutoFit/>
              </a:bodyPr>
              <a:lstStyle/>
              <a:p>
                <a:pPr algn="ctr"/>
                <a:r>
                  <a:rPr lang="en-US" sz="900" dirty="0">
                    <a:solidFill>
                      <a:srgbClr val="10B855"/>
                    </a:solidFill>
                  </a:rPr>
                  <a:t>case kind</a:t>
                </a:r>
                <a:r>
                  <a:rPr lang="en-US" sz="900" dirty="0"/>
                  <a:t> storing</a:t>
                </a:r>
              </a:p>
            </p:txBody>
          </p:sp>
        </p:grpSp>
        <p:grpSp>
          <p:nvGrpSpPr>
            <p:cNvPr id="32" name="Group 31">
              <a:extLst>
                <a:ext uri="{FF2B5EF4-FFF2-40B4-BE49-F238E27FC236}">
                  <a16:creationId xmlns:a16="http://schemas.microsoft.com/office/drawing/2014/main" id="{B6030F0E-D7E8-F34C-84EE-48DEE38A11AE}"/>
                </a:ext>
              </a:extLst>
            </p:cNvPr>
            <p:cNvGrpSpPr/>
            <p:nvPr/>
          </p:nvGrpSpPr>
          <p:grpSpPr>
            <a:xfrm>
              <a:off x="3342008" y="3644739"/>
              <a:ext cx="822122" cy="1083122"/>
              <a:chOff x="3342008" y="3641864"/>
              <a:chExt cx="822122" cy="1083122"/>
            </a:xfrm>
          </p:grpSpPr>
          <p:sp>
            <p:nvSpPr>
              <p:cNvPr id="17" name="Rectangle 16">
                <a:extLst>
                  <a:ext uri="{FF2B5EF4-FFF2-40B4-BE49-F238E27FC236}">
                    <a16:creationId xmlns:a16="http://schemas.microsoft.com/office/drawing/2014/main" id="{486C2F0C-BB30-6345-9CA5-7278117DBF4A}"/>
                  </a:ext>
                </a:extLst>
              </p:cNvPr>
              <p:cNvSpPr/>
              <p:nvPr/>
            </p:nvSpPr>
            <p:spPr>
              <a:xfrm>
                <a:off x="3342008" y="3902864"/>
                <a:ext cx="822122" cy="8221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8417DA34-571A-EBC5-6557-BE552501E5BC}"/>
                  </a:ext>
                </a:extLst>
              </p:cNvPr>
              <p:cNvGrpSpPr/>
              <p:nvPr/>
            </p:nvGrpSpPr>
            <p:grpSpPr>
              <a:xfrm>
                <a:off x="3492069" y="3641864"/>
                <a:ext cx="522000" cy="522000"/>
                <a:chOff x="4730449" y="1754609"/>
                <a:chExt cx="522000" cy="522000"/>
              </a:xfrm>
            </p:grpSpPr>
            <p:sp>
              <p:nvSpPr>
                <p:cNvPr id="19" name="Oval 18">
                  <a:extLst>
                    <a:ext uri="{FF2B5EF4-FFF2-40B4-BE49-F238E27FC236}">
                      <a16:creationId xmlns:a16="http://schemas.microsoft.com/office/drawing/2014/main" id="{E9C1E02E-6E0B-EFC0-7F60-4DF0CD6A62A8}"/>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7D66693E-3BCD-105C-96AB-EF7BEF7542D4}"/>
                    </a:ext>
                  </a:extLst>
                </p:cNvPr>
                <p:cNvSpPr/>
                <p:nvPr/>
              </p:nvSpPr>
              <p:spPr>
                <a:xfrm rot="2676523">
                  <a:off x="4811449" y="1835609"/>
                  <a:ext cx="360000" cy="360000"/>
                </a:xfrm>
                <a:prstGeom prst="rect">
                  <a:avLst/>
                </a:prstGeom>
                <a:solidFill>
                  <a:schemeClr val="bg1"/>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TextBox 20">
                <a:extLst>
                  <a:ext uri="{FF2B5EF4-FFF2-40B4-BE49-F238E27FC236}">
                    <a16:creationId xmlns:a16="http://schemas.microsoft.com/office/drawing/2014/main" id="{0482806A-D8E8-0565-327E-B7B8F3C8F668}"/>
                  </a:ext>
                </a:extLst>
              </p:cNvPr>
              <p:cNvSpPr txBox="1"/>
              <p:nvPr/>
            </p:nvSpPr>
            <p:spPr>
              <a:xfrm>
                <a:off x="3498092" y="3764364"/>
                <a:ext cx="519694" cy="276999"/>
              </a:xfrm>
              <a:prstGeom prst="rect">
                <a:avLst/>
              </a:prstGeom>
              <a:noFill/>
            </p:spPr>
            <p:txBody>
              <a:bodyPr wrap="none" rtlCol="0">
                <a:spAutoFit/>
              </a:bodyPr>
              <a:lstStyle/>
              <a:p>
                <a:pPr algn="ctr"/>
                <a:r>
                  <a:rPr lang="en-US" sz="1200" dirty="0" err="1"/>
                  <a:t>TKbb</a:t>
                </a:r>
                <a:endParaRPr lang="en-US" sz="1200" dirty="0"/>
              </a:p>
            </p:txBody>
          </p:sp>
          <p:sp>
            <p:nvSpPr>
              <p:cNvPr id="22" name="TextBox 21">
                <a:extLst>
                  <a:ext uri="{FF2B5EF4-FFF2-40B4-BE49-F238E27FC236}">
                    <a16:creationId xmlns:a16="http://schemas.microsoft.com/office/drawing/2014/main" id="{0CCC5626-6D39-1F13-A6D3-3C1E88091C44}"/>
                  </a:ext>
                </a:extLst>
              </p:cNvPr>
              <p:cNvSpPr txBox="1"/>
              <p:nvPr/>
            </p:nvSpPr>
            <p:spPr>
              <a:xfrm>
                <a:off x="3342008" y="4337240"/>
                <a:ext cx="822121" cy="369332"/>
              </a:xfrm>
              <a:prstGeom prst="rect">
                <a:avLst/>
              </a:prstGeom>
              <a:noFill/>
            </p:spPr>
            <p:txBody>
              <a:bodyPr wrap="square" rtlCol="0">
                <a:spAutoFit/>
              </a:bodyPr>
              <a:lstStyle/>
              <a:p>
                <a:pPr algn="ctr"/>
                <a:r>
                  <a:rPr lang="en-US" sz="900" dirty="0">
                    <a:solidFill>
                      <a:srgbClr val="10B855"/>
                    </a:solidFill>
                  </a:rPr>
                  <a:t>case kind</a:t>
                </a:r>
                <a:r>
                  <a:rPr lang="en-US" sz="900" dirty="0"/>
                  <a:t> retrieving</a:t>
                </a:r>
              </a:p>
            </p:txBody>
          </p:sp>
        </p:grpSp>
        <p:cxnSp>
          <p:nvCxnSpPr>
            <p:cNvPr id="26" name="Connector: Elbow 25">
              <a:extLst>
                <a:ext uri="{FF2B5EF4-FFF2-40B4-BE49-F238E27FC236}">
                  <a16:creationId xmlns:a16="http://schemas.microsoft.com/office/drawing/2014/main" id="{76BAA873-A9C8-63A5-A53F-9C06B31B4266}"/>
                </a:ext>
              </a:extLst>
            </p:cNvPr>
            <p:cNvCxnSpPr>
              <a:stCxn id="5" idx="2"/>
              <a:endCxn id="13" idx="0"/>
            </p:cNvCxnSpPr>
            <p:nvPr/>
          </p:nvCxnSpPr>
          <p:spPr>
            <a:xfrm rot="5400000">
              <a:off x="2854448" y="2721924"/>
              <a:ext cx="636249" cy="1209381"/>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27" name="Connector: Elbow 26">
              <a:extLst>
                <a:ext uri="{FF2B5EF4-FFF2-40B4-BE49-F238E27FC236}">
                  <a16:creationId xmlns:a16="http://schemas.microsoft.com/office/drawing/2014/main" id="{EB449A77-0168-2F20-100E-2FEEEFDD7482}"/>
                </a:ext>
              </a:extLst>
            </p:cNvPr>
            <p:cNvCxnSpPr>
              <a:cxnSpLocks/>
            </p:cNvCxnSpPr>
            <p:nvPr/>
          </p:nvCxnSpPr>
          <p:spPr>
            <a:xfrm>
              <a:off x="3175796" y="3325054"/>
              <a:ext cx="601466" cy="329980"/>
            </a:xfrm>
            <a:prstGeom prst="bentConnector2">
              <a:avLst/>
            </a:prstGeom>
          </p:spPr>
          <p:style>
            <a:lnRef idx="2">
              <a:schemeClr val="dk1"/>
            </a:lnRef>
            <a:fillRef idx="0">
              <a:schemeClr val="dk1"/>
            </a:fillRef>
            <a:effectRef idx="1">
              <a:schemeClr val="dk1"/>
            </a:effectRef>
            <a:fontRef idx="minor">
              <a:schemeClr val="tx1"/>
            </a:fontRef>
          </p:style>
        </p:cxnSp>
        <p:grpSp>
          <p:nvGrpSpPr>
            <p:cNvPr id="35" name="Group 34">
              <a:extLst>
                <a:ext uri="{FF2B5EF4-FFF2-40B4-BE49-F238E27FC236}">
                  <a16:creationId xmlns:a16="http://schemas.microsoft.com/office/drawing/2014/main" id="{5FF4A8D9-D95D-9D27-CCE4-4448EFA0ED1A}"/>
                </a:ext>
              </a:extLst>
            </p:cNvPr>
            <p:cNvGrpSpPr/>
            <p:nvPr/>
          </p:nvGrpSpPr>
          <p:grpSpPr>
            <a:xfrm>
              <a:off x="4527195" y="3644739"/>
              <a:ext cx="822122" cy="1083122"/>
              <a:chOff x="3342008" y="3641864"/>
              <a:chExt cx="822122" cy="1083122"/>
            </a:xfrm>
          </p:grpSpPr>
          <p:sp>
            <p:nvSpPr>
              <p:cNvPr id="36" name="Rectangle 35">
                <a:extLst>
                  <a:ext uri="{FF2B5EF4-FFF2-40B4-BE49-F238E27FC236}">
                    <a16:creationId xmlns:a16="http://schemas.microsoft.com/office/drawing/2014/main" id="{4F7AA70F-66B6-774B-40BA-5D77758FC553}"/>
                  </a:ext>
                </a:extLst>
              </p:cNvPr>
              <p:cNvSpPr/>
              <p:nvPr/>
            </p:nvSpPr>
            <p:spPr>
              <a:xfrm>
                <a:off x="3342008" y="3902864"/>
                <a:ext cx="822122" cy="8221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AD570AE9-BA2C-2BCD-802B-0F86A5F722F4}"/>
                  </a:ext>
                </a:extLst>
              </p:cNvPr>
              <p:cNvGrpSpPr/>
              <p:nvPr/>
            </p:nvGrpSpPr>
            <p:grpSpPr>
              <a:xfrm>
                <a:off x="3492069" y="3641864"/>
                <a:ext cx="522000" cy="522000"/>
                <a:chOff x="4730449" y="1754609"/>
                <a:chExt cx="522000" cy="522000"/>
              </a:xfrm>
            </p:grpSpPr>
            <p:sp>
              <p:nvSpPr>
                <p:cNvPr id="40" name="Oval 39">
                  <a:extLst>
                    <a:ext uri="{FF2B5EF4-FFF2-40B4-BE49-F238E27FC236}">
                      <a16:creationId xmlns:a16="http://schemas.microsoft.com/office/drawing/2014/main" id="{B005178C-C733-44FF-FF03-6A6A4A403C4A}"/>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C217A2B7-3D7D-F2F0-E703-4C20E524AA6B}"/>
                    </a:ext>
                  </a:extLst>
                </p:cNvPr>
                <p:cNvSpPr/>
                <p:nvPr/>
              </p:nvSpPr>
              <p:spPr>
                <a:xfrm rot="2676523">
                  <a:off x="4811449" y="1835609"/>
                  <a:ext cx="360000" cy="360000"/>
                </a:xfrm>
                <a:prstGeom prst="rect">
                  <a:avLst/>
                </a:prstGeom>
                <a:solidFill>
                  <a:schemeClr val="bg1"/>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8" name="TextBox 37">
                <a:extLst>
                  <a:ext uri="{FF2B5EF4-FFF2-40B4-BE49-F238E27FC236}">
                    <a16:creationId xmlns:a16="http://schemas.microsoft.com/office/drawing/2014/main" id="{FD662988-8CF6-CC36-9C60-05823973E851}"/>
                  </a:ext>
                </a:extLst>
              </p:cNvPr>
              <p:cNvSpPr txBox="1"/>
              <p:nvPr/>
            </p:nvSpPr>
            <p:spPr>
              <a:xfrm>
                <a:off x="3504504" y="3764364"/>
                <a:ext cx="506870" cy="276999"/>
              </a:xfrm>
              <a:prstGeom prst="rect">
                <a:avLst/>
              </a:prstGeom>
              <a:noFill/>
            </p:spPr>
            <p:txBody>
              <a:bodyPr wrap="none" rtlCol="0">
                <a:spAutoFit/>
              </a:bodyPr>
              <a:lstStyle/>
              <a:p>
                <a:pPr algn="ctr"/>
                <a:r>
                  <a:rPr lang="en-US" sz="1200" dirty="0" err="1"/>
                  <a:t>TKcc</a:t>
                </a:r>
                <a:endParaRPr lang="en-US" sz="1200" dirty="0"/>
              </a:p>
            </p:txBody>
          </p:sp>
          <p:sp>
            <p:nvSpPr>
              <p:cNvPr id="39" name="TextBox 38">
                <a:extLst>
                  <a:ext uri="{FF2B5EF4-FFF2-40B4-BE49-F238E27FC236}">
                    <a16:creationId xmlns:a16="http://schemas.microsoft.com/office/drawing/2014/main" id="{00C410B0-27C7-7E67-4126-8B4DFF5F93A1}"/>
                  </a:ext>
                </a:extLst>
              </p:cNvPr>
              <p:cNvSpPr txBox="1"/>
              <p:nvPr/>
            </p:nvSpPr>
            <p:spPr>
              <a:xfrm>
                <a:off x="3342008" y="4337240"/>
                <a:ext cx="822121" cy="369332"/>
              </a:xfrm>
              <a:prstGeom prst="rect">
                <a:avLst/>
              </a:prstGeom>
              <a:noFill/>
            </p:spPr>
            <p:txBody>
              <a:bodyPr wrap="square" rtlCol="0">
                <a:spAutoFit/>
              </a:bodyPr>
              <a:lstStyle/>
              <a:p>
                <a:pPr algn="ctr"/>
                <a:r>
                  <a:rPr lang="en-US" sz="900" dirty="0">
                    <a:solidFill>
                      <a:srgbClr val="10B855"/>
                    </a:solidFill>
                  </a:rPr>
                  <a:t>case kind</a:t>
                </a:r>
                <a:r>
                  <a:rPr lang="en-US" sz="900" dirty="0"/>
                  <a:t> displaying</a:t>
                </a:r>
              </a:p>
            </p:txBody>
          </p:sp>
        </p:grpSp>
        <p:cxnSp>
          <p:nvCxnSpPr>
            <p:cNvPr id="43" name="Connector: Elbow 42">
              <a:extLst>
                <a:ext uri="{FF2B5EF4-FFF2-40B4-BE49-F238E27FC236}">
                  <a16:creationId xmlns:a16="http://schemas.microsoft.com/office/drawing/2014/main" id="{B2709358-8236-C46A-8D7D-514B004EF603}"/>
                </a:ext>
              </a:extLst>
            </p:cNvPr>
            <p:cNvCxnSpPr>
              <a:cxnSpLocks/>
              <a:stCxn id="10" idx="2"/>
              <a:endCxn id="40" idx="0"/>
            </p:cNvCxnSpPr>
            <p:nvPr/>
          </p:nvCxnSpPr>
          <p:spPr>
            <a:xfrm rot="16200000" flipH="1">
              <a:off x="4030428" y="2736910"/>
              <a:ext cx="654663" cy="1160994"/>
            </a:xfrm>
            <a:prstGeom prst="bentConnector3">
              <a:avLst>
                <a:gd name="adj1" fmla="val 51757"/>
              </a:avLst>
            </a:prstGeom>
          </p:spPr>
          <p:style>
            <a:lnRef idx="2">
              <a:schemeClr val="dk1"/>
            </a:lnRef>
            <a:fillRef idx="0">
              <a:schemeClr val="dk1"/>
            </a:fillRef>
            <a:effectRef idx="1">
              <a:schemeClr val="dk1"/>
            </a:effectRef>
            <a:fontRef idx="minor">
              <a:schemeClr val="tx1"/>
            </a:fontRef>
          </p:style>
        </p:cxnSp>
      </p:grpSp>
      <p:graphicFrame>
        <p:nvGraphicFramePr>
          <p:cNvPr id="49" name="Table 48">
            <a:extLst>
              <a:ext uri="{FF2B5EF4-FFF2-40B4-BE49-F238E27FC236}">
                <a16:creationId xmlns:a16="http://schemas.microsoft.com/office/drawing/2014/main" id="{F275B874-3C5E-6007-9B8D-46C0B321067E}"/>
              </a:ext>
            </a:extLst>
          </p:cNvPr>
          <p:cNvGraphicFramePr>
            <a:graphicFrameLocks noGrp="1"/>
          </p:cNvGraphicFramePr>
          <p:nvPr>
            <p:extLst>
              <p:ext uri="{D42A27DB-BD31-4B8C-83A1-F6EECF244321}">
                <p14:modId xmlns:p14="http://schemas.microsoft.com/office/powerpoint/2010/main" val="3531533167"/>
              </p:ext>
            </p:extLst>
          </p:nvPr>
        </p:nvGraphicFramePr>
        <p:xfrm>
          <a:off x="3505177" y="1811697"/>
          <a:ext cx="8686823" cy="4017600"/>
        </p:xfrm>
        <a:graphic>
          <a:graphicData uri="http://schemas.openxmlformats.org/drawingml/2006/table">
            <a:tbl>
              <a:tblPr firstRow="1" firstCol="1" bandRow="1">
                <a:tableStyleId>{5C22544A-7EE6-4342-B048-85BDC9FD1C3A}</a:tableStyleId>
              </a:tblPr>
              <a:tblGrid>
                <a:gridCol w="1125843">
                  <a:extLst>
                    <a:ext uri="{9D8B030D-6E8A-4147-A177-3AD203B41FA5}">
                      <a16:colId xmlns:a16="http://schemas.microsoft.com/office/drawing/2014/main" val="751846931"/>
                    </a:ext>
                  </a:extLst>
                </a:gridCol>
                <a:gridCol w="683789">
                  <a:extLst>
                    <a:ext uri="{9D8B030D-6E8A-4147-A177-3AD203B41FA5}">
                      <a16:colId xmlns:a16="http://schemas.microsoft.com/office/drawing/2014/main" val="3622813383"/>
                    </a:ext>
                  </a:extLst>
                </a:gridCol>
                <a:gridCol w="1376391">
                  <a:extLst>
                    <a:ext uri="{9D8B030D-6E8A-4147-A177-3AD203B41FA5}">
                      <a16:colId xmlns:a16="http://schemas.microsoft.com/office/drawing/2014/main" val="3299727002"/>
                    </a:ext>
                  </a:extLst>
                </a:gridCol>
                <a:gridCol w="1375200">
                  <a:extLst>
                    <a:ext uri="{9D8B030D-6E8A-4147-A177-3AD203B41FA5}">
                      <a16:colId xmlns:a16="http://schemas.microsoft.com/office/drawing/2014/main" val="4104292180"/>
                    </a:ext>
                  </a:extLst>
                </a:gridCol>
                <a:gridCol w="1375200">
                  <a:extLst>
                    <a:ext uri="{9D8B030D-6E8A-4147-A177-3AD203B41FA5}">
                      <a16:colId xmlns:a16="http://schemas.microsoft.com/office/drawing/2014/main" val="3734594502"/>
                    </a:ext>
                  </a:extLst>
                </a:gridCol>
                <a:gridCol w="1375200">
                  <a:extLst>
                    <a:ext uri="{9D8B030D-6E8A-4147-A177-3AD203B41FA5}">
                      <a16:colId xmlns:a16="http://schemas.microsoft.com/office/drawing/2014/main" val="1196768537"/>
                    </a:ext>
                  </a:extLst>
                </a:gridCol>
                <a:gridCol w="1375200">
                  <a:extLst>
                    <a:ext uri="{9D8B030D-6E8A-4147-A177-3AD203B41FA5}">
                      <a16:colId xmlns:a16="http://schemas.microsoft.com/office/drawing/2014/main" val="1053623461"/>
                    </a:ext>
                  </a:extLst>
                </a:gridCol>
              </a:tblGrid>
              <a:tr h="360000">
                <a:tc>
                  <a:txBody>
                    <a:bodyPr/>
                    <a:lstStyle/>
                    <a:p>
                      <a:pPr algn="ctr"/>
                      <a:endParaRPr lang="en-US" sz="1600" dirty="0"/>
                    </a:p>
                  </a:txBody>
                  <a:tcPr>
                    <a:solidFill>
                      <a:srgbClr val="073563"/>
                    </a:solidFill>
                  </a:tcPr>
                </a:tc>
                <a:tc>
                  <a:txBody>
                    <a:bodyPr/>
                    <a:lstStyle/>
                    <a:p>
                      <a:pPr algn="ctr"/>
                      <a:r>
                        <a:rPr lang="el-GR" sz="1600" dirty="0"/>
                        <a:t>Ω</a:t>
                      </a:r>
                      <a:endParaRPr lang="en-US" sz="1600" dirty="0"/>
                    </a:p>
                  </a:txBody>
                  <a:tcPr>
                    <a:solidFill>
                      <a:srgbClr val="073563"/>
                    </a:solidFill>
                  </a:tcPr>
                </a:tc>
                <a:tc>
                  <a:txBody>
                    <a:bodyPr/>
                    <a:lstStyle/>
                    <a:p>
                      <a:pPr algn="ctr"/>
                      <a:r>
                        <a:rPr lang="en-US" sz="1600" dirty="0"/>
                        <a:t>1</a:t>
                      </a:r>
                    </a:p>
                  </a:txBody>
                  <a:tcPr>
                    <a:solidFill>
                      <a:srgbClr val="073563"/>
                    </a:solidFill>
                  </a:tcPr>
                </a:tc>
                <a:tc>
                  <a:txBody>
                    <a:bodyPr/>
                    <a:lstStyle/>
                    <a:p>
                      <a:pPr algn="ctr"/>
                      <a:r>
                        <a:rPr lang="en-US" sz="1600" dirty="0"/>
                        <a:t>2</a:t>
                      </a:r>
                    </a:p>
                  </a:txBody>
                  <a:tcPr>
                    <a:solidFill>
                      <a:srgbClr val="073563"/>
                    </a:solidFill>
                  </a:tcPr>
                </a:tc>
                <a:tc>
                  <a:txBody>
                    <a:bodyPr/>
                    <a:lstStyle/>
                    <a:p>
                      <a:pPr algn="ctr"/>
                      <a:r>
                        <a:rPr lang="en-US" sz="1600" dirty="0"/>
                        <a:t>3</a:t>
                      </a:r>
                    </a:p>
                  </a:txBody>
                  <a:tcPr>
                    <a:solidFill>
                      <a:srgbClr val="073563"/>
                    </a:solidFill>
                  </a:tcPr>
                </a:tc>
                <a:tc>
                  <a:txBody>
                    <a:bodyPr/>
                    <a:lstStyle/>
                    <a:p>
                      <a:pPr algn="ctr"/>
                      <a:r>
                        <a:rPr lang="en-US" sz="1600" dirty="0"/>
                        <a:t>4</a:t>
                      </a:r>
                    </a:p>
                  </a:txBody>
                  <a:tcPr>
                    <a:solidFill>
                      <a:srgbClr val="073563"/>
                    </a:solidFill>
                  </a:tcPr>
                </a:tc>
                <a:tc>
                  <a:txBody>
                    <a:bodyPr/>
                    <a:lstStyle/>
                    <a:p>
                      <a:pPr algn="ctr"/>
                      <a:r>
                        <a:rPr lang="en-US" sz="1600" dirty="0"/>
                        <a:t>5</a:t>
                      </a:r>
                    </a:p>
                  </a:txBody>
                  <a:tcPr>
                    <a:solidFill>
                      <a:srgbClr val="073563"/>
                    </a:solidFill>
                  </a:tcPr>
                </a:tc>
                <a:extLst>
                  <a:ext uri="{0D108BD9-81ED-4DB2-BD59-A6C34878D82A}">
                    <a16:rowId xmlns:a16="http://schemas.microsoft.com/office/drawing/2014/main" val="4222579730"/>
                  </a:ext>
                </a:extLst>
              </a:tr>
              <a:tr h="370840">
                <a:tc>
                  <a:txBody>
                    <a:bodyPr/>
                    <a:lstStyle/>
                    <a:p>
                      <a:pPr algn="ctr"/>
                      <a:r>
                        <a:rPr lang="en-US" sz="1400" dirty="0"/>
                        <a:t>1</a:t>
                      </a:r>
                    </a:p>
                  </a:txBody>
                  <a:tcPr anchor="ctr">
                    <a:solidFill>
                      <a:srgbClr val="073563"/>
                    </a:solidFill>
                  </a:tcPr>
                </a:tc>
                <a:tc>
                  <a:txBody>
                    <a:bodyPr/>
                    <a:lstStyle/>
                    <a:p>
                      <a:pPr algn="ctr"/>
                      <a:r>
                        <a:rPr lang="en-US" sz="1200" dirty="0"/>
                        <a:t>CC</a:t>
                      </a:r>
                    </a:p>
                  </a:txBody>
                  <a:tcPr anchor="ctr"/>
                </a:tc>
                <a:tc>
                  <a:txBody>
                    <a:bodyPr/>
                    <a:lstStyle/>
                    <a:p>
                      <a:pPr algn="ctr"/>
                      <a:r>
                        <a:rPr lang="en-US" sz="1200" dirty="0"/>
                        <a:t>production manager</a:t>
                      </a:r>
                    </a:p>
                  </a:txBody>
                  <a:tcPr anchor="ctr"/>
                </a:tc>
                <a:tc>
                  <a:txBody>
                    <a:bodyPr/>
                    <a:lstStyle/>
                    <a:p>
                      <a:pPr algn="ctr"/>
                      <a:r>
                        <a:rPr lang="en-US" sz="1200" dirty="0"/>
                        <a:t>end product assembler</a:t>
                      </a:r>
                    </a:p>
                  </a:txBody>
                  <a:tcPr anchor="ctr"/>
                </a:tc>
                <a:tc>
                  <a:txBody>
                    <a:bodyPr/>
                    <a:lstStyle/>
                    <a:p>
                      <a:pPr algn="ctr"/>
                      <a:r>
                        <a:rPr lang="en-US" sz="1200" dirty="0"/>
                        <a:t>resource acquirer (end product)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sub product assembler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resource acquirer (sub product)</a:t>
                      </a:r>
                    </a:p>
                  </a:txBody>
                  <a:tcPr anchor="ctr"/>
                </a:tc>
                <a:extLst>
                  <a:ext uri="{0D108BD9-81ED-4DB2-BD59-A6C34878D82A}">
                    <a16:rowId xmlns:a16="http://schemas.microsoft.com/office/drawing/2014/main" val="1953225354"/>
                  </a:ext>
                </a:extLst>
              </a:tr>
              <a:tr h="370840">
                <a:tc>
                  <a:txBody>
                    <a:bodyPr/>
                    <a:lstStyle/>
                    <a:p>
                      <a:pPr algn="ctr"/>
                      <a:r>
                        <a:rPr lang="en-US" sz="1400" dirty="0"/>
                        <a:t>product kind</a:t>
                      </a:r>
                    </a:p>
                  </a:txBody>
                  <a:tcPr anchor="ctr">
                    <a:solidFill>
                      <a:srgbClr val="073563"/>
                    </a:solidFill>
                  </a:tcPr>
                </a:tc>
                <a:tc>
                  <a:txBody>
                    <a:bodyPr/>
                    <a:lstStyle/>
                    <a:p>
                      <a:pPr algn="ctr"/>
                      <a:endParaRPr lang="en-US" sz="1200" dirty="0"/>
                    </a:p>
                  </a:txBody>
                  <a:tcPr anchor="ctr"/>
                </a:tc>
                <a:tc>
                  <a:txBody>
                    <a:bodyPr/>
                    <a:lstStyle/>
                    <a:p>
                      <a:pPr algn="ctr"/>
                      <a:r>
                        <a:rPr lang="en-US" sz="1200" dirty="0"/>
                        <a:t>managing of products in [</a:t>
                      </a:r>
                      <a:r>
                        <a:rPr lang="en-US" sz="1200" dirty="0">
                          <a:solidFill>
                            <a:srgbClr val="10B855"/>
                          </a:solidFill>
                        </a:rPr>
                        <a:t>period</a:t>
                      </a:r>
                      <a:r>
                        <a:rPr lang="en-US" sz="1200" dirty="0"/>
                        <a:t>] is done</a:t>
                      </a:r>
                    </a:p>
                  </a:txBody>
                  <a:tcPr anchor="ctr"/>
                </a:tc>
                <a:tc>
                  <a:txBody>
                    <a:bodyPr/>
                    <a:lstStyle/>
                    <a:p>
                      <a:pPr algn="ctr"/>
                      <a:r>
                        <a:rPr lang="en-US" sz="1200" dirty="0"/>
                        <a:t>[</a:t>
                      </a:r>
                      <a:r>
                        <a:rPr lang="en-US" sz="1200" dirty="0">
                          <a:solidFill>
                            <a:srgbClr val="10B855"/>
                          </a:solidFill>
                        </a:rPr>
                        <a:t>end product</a:t>
                      </a:r>
                      <a:r>
                        <a:rPr lang="en-US" sz="1200" dirty="0"/>
                        <a:t>] is assembled</a:t>
                      </a:r>
                    </a:p>
                  </a:txBody>
                  <a:tcPr anchor="ctr"/>
                </a:tc>
                <a:tc>
                  <a:txBody>
                    <a:bodyPr/>
                    <a:lstStyle/>
                    <a:p>
                      <a:pPr algn="ctr"/>
                      <a:r>
                        <a:rPr lang="en-US" sz="1200" dirty="0"/>
                        <a:t>resource of [</a:t>
                      </a:r>
                      <a:r>
                        <a:rPr lang="en-US" sz="1200" dirty="0">
                          <a:solidFill>
                            <a:srgbClr val="10B855"/>
                          </a:solidFill>
                        </a:rPr>
                        <a:t>end product</a:t>
                      </a:r>
                      <a:r>
                        <a:rPr lang="en-US" sz="1200" dirty="0"/>
                        <a:t>] is acquired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sub product of [</a:t>
                      </a:r>
                      <a:r>
                        <a:rPr lang="en-US" sz="1200" dirty="0">
                          <a:solidFill>
                            <a:srgbClr val="10B855"/>
                          </a:solidFill>
                        </a:rPr>
                        <a:t>end product</a:t>
                      </a:r>
                      <a:r>
                        <a:rPr lang="en-US" sz="1200" dirty="0"/>
                        <a:t>] is assembled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resource of sub product of [</a:t>
                      </a:r>
                      <a:r>
                        <a:rPr lang="en-US" sz="1050" dirty="0">
                          <a:solidFill>
                            <a:srgbClr val="10B855"/>
                          </a:solidFill>
                        </a:rPr>
                        <a:t>end product</a:t>
                      </a:r>
                      <a:r>
                        <a:rPr lang="en-US" sz="1050" dirty="0"/>
                        <a:t>] is acquired</a:t>
                      </a:r>
                    </a:p>
                  </a:txBody>
                  <a:tcPr anchor="ctr"/>
                </a:tc>
                <a:extLst>
                  <a:ext uri="{0D108BD9-81ED-4DB2-BD59-A6C34878D82A}">
                    <a16:rowId xmlns:a16="http://schemas.microsoft.com/office/drawing/2014/main" val="2661269593"/>
                  </a:ext>
                </a:extLst>
              </a:tr>
              <a:tr h="370840">
                <a:tc>
                  <a:txBody>
                    <a:bodyPr/>
                    <a:lstStyle/>
                    <a:p>
                      <a:pPr algn="ctr"/>
                      <a:r>
                        <a:rPr lang="en-US" sz="1400" dirty="0"/>
                        <a:t>case kind</a:t>
                      </a:r>
                    </a:p>
                  </a:txBody>
                  <a:tcPr anchor="ctr">
                    <a:solidFill>
                      <a:srgbClr val="073563"/>
                    </a:solidFill>
                  </a:tcPr>
                </a:tc>
                <a:tc>
                  <a:txBody>
                    <a:bodyPr/>
                    <a:lstStyle/>
                    <a:p>
                      <a:pPr algn="ctr"/>
                      <a:endParaRPr lang="en-US" sz="1200" dirty="0"/>
                    </a:p>
                  </a:txBody>
                  <a:tcPr anchor="ctr"/>
                </a:tc>
                <a:tc>
                  <a:txBody>
                    <a:bodyPr/>
                    <a:lstStyle/>
                    <a:p>
                      <a:pPr algn="ctr"/>
                      <a:r>
                        <a:rPr lang="en-US" sz="1200" dirty="0"/>
                        <a:t>period</a:t>
                      </a:r>
                    </a:p>
                  </a:txBody>
                  <a:tcPr anchor="ctr"/>
                </a:tc>
                <a:tc>
                  <a:txBody>
                    <a:bodyPr/>
                    <a:lstStyle/>
                    <a:p>
                      <a:pPr algn="ctr"/>
                      <a:r>
                        <a:rPr lang="en-US" sz="1200" dirty="0"/>
                        <a:t>end product</a:t>
                      </a:r>
                    </a:p>
                  </a:txBody>
                  <a:tcPr anchor="ctr"/>
                </a:tc>
                <a:tc>
                  <a:txBody>
                    <a:bodyPr/>
                    <a:lstStyle/>
                    <a:p>
                      <a:pPr algn="ctr"/>
                      <a:r>
                        <a:rPr lang="en-US" sz="1200" dirty="0"/>
                        <a:t>acquired end product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assembled end product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acquired resource sub product</a:t>
                      </a:r>
                    </a:p>
                  </a:txBody>
                  <a:tcPr anchor="ctr"/>
                </a:tc>
                <a:extLst>
                  <a:ext uri="{0D108BD9-81ED-4DB2-BD59-A6C34878D82A}">
                    <a16:rowId xmlns:a16="http://schemas.microsoft.com/office/drawing/2014/main" val="19451093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storing</a:t>
                      </a:r>
                    </a:p>
                  </a:txBody>
                  <a:tcPr anchor="ctr">
                    <a:solidFill>
                      <a:srgbClr val="073563"/>
                    </a:solidFill>
                  </a:tcPr>
                </a:tc>
                <a:tc>
                  <a:txBody>
                    <a:bodyPr/>
                    <a:lstStyle/>
                    <a:p>
                      <a:pPr algn="ctr"/>
                      <a:endParaRPr lang="en-US" sz="1200" dirty="0"/>
                    </a:p>
                  </a:txBody>
                  <a:tcPr anchor="ctr"/>
                </a:tc>
                <a:tc>
                  <a:txBody>
                    <a:bodyPr/>
                    <a:lstStyle/>
                    <a:p>
                      <a:pPr algn="ctr"/>
                      <a:r>
                        <a:rPr lang="en-US" sz="1200" dirty="0">
                          <a:solidFill>
                            <a:srgbClr val="0000FF"/>
                          </a:solidFill>
                        </a:rPr>
                        <a:t>period</a:t>
                      </a:r>
                    </a:p>
                  </a:txBody>
                  <a:tcPr anchor="ctr"/>
                </a:tc>
                <a:tc>
                  <a:txBody>
                    <a:bodyPr/>
                    <a:lstStyle/>
                    <a:p>
                      <a:pPr algn="ctr"/>
                      <a:r>
                        <a:rPr lang="en-US" sz="1200" dirty="0">
                          <a:solidFill>
                            <a:srgbClr val="0000FF"/>
                          </a:solidFill>
                        </a:rPr>
                        <a:t>end product</a:t>
                      </a:r>
                    </a:p>
                  </a:txBody>
                  <a:tcPr anchor="ctr"/>
                </a:tc>
                <a:tc>
                  <a:txBody>
                    <a:bodyPr/>
                    <a:lstStyle/>
                    <a:p>
                      <a:pPr algn="ctr"/>
                      <a:r>
                        <a:rPr lang="en-US" sz="1200" dirty="0">
                          <a:solidFill>
                            <a:srgbClr val="0000FF"/>
                          </a:solidFill>
                        </a:rPr>
                        <a:t>acquired end product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FF"/>
                          </a:solidFill>
                        </a:rPr>
                        <a:t>assembled end product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FF"/>
                          </a:solidFill>
                        </a:rPr>
                        <a:t>acquired resource sub product</a:t>
                      </a:r>
                    </a:p>
                  </a:txBody>
                  <a:tcPr anchor="ctr"/>
                </a:tc>
                <a:extLst>
                  <a:ext uri="{0D108BD9-81ED-4DB2-BD59-A6C34878D82A}">
                    <a16:rowId xmlns:a16="http://schemas.microsoft.com/office/drawing/2014/main" val="2285272630"/>
                  </a:ext>
                </a:extLst>
              </a:tr>
              <a:tr h="370840">
                <a:tc>
                  <a:txBody>
                    <a:bodyPr/>
                    <a:lstStyle/>
                    <a:p>
                      <a:pPr algn="ctr"/>
                      <a:r>
                        <a:rPr lang="en-US" sz="1400" dirty="0"/>
                        <a:t>retrieving</a:t>
                      </a:r>
                    </a:p>
                  </a:txBody>
                  <a:tcPr anchor="ctr">
                    <a:solidFill>
                      <a:srgbClr val="073563"/>
                    </a:solidFill>
                  </a:tcPr>
                </a:tc>
                <a:tc>
                  <a:txBody>
                    <a:bodyPr/>
                    <a:lstStyle/>
                    <a:p>
                      <a:pPr algn="ctr"/>
                      <a:endParaRPr lang="en-US" sz="1200" dirty="0"/>
                    </a:p>
                  </a:txBody>
                  <a:tcPr anchor="ctr"/>
                </a:tc>
                <a:tc>
                  <a:txBody>
                    <a:bodyPr/>
                    <a:lstStyle/>
                    <a:p>
                      <a:pPr algn="ctr"/>
                      <a:r>
                        <a:rPr lang="en-US" sz="1200" dirty="0">
                          <a:solidFill>
                            <a:srgbClr val="0000FF"/>
                          </a:solidFill>
                        </a:rPr>
                        <a:t>period</a:t>
                      </a:r>
                    </a:p>
                  </a:txBody>
                  <a:tcPr anchor="ctr"/>
                </a:tc>
                <a:tc>
                  <a:txBody>
                    <a:bodyPr/>
                    <a:lstStyle/>
                    <a:p>
                      <a:pPr algn="ctr"/>
                      <a:r>
                        <a:rPr lang="en-US" sz="1200" dirty="0">
                          <a:solidFill>
                            <a:srgbClr val="0000FF"/>
                          </a:solidFill>
                        </a:rPr>
                        <a:t>end product</a:t>
                      </a:r>
                    </a:p>
                  </a:txBody>
                  <a:tcPr anchor="ctr"/>
                </a:tc>
                <a:tc>
                  <a:txBody>
                    <a:bodyPr/>
                    <a:lstStyle/>
                    <a:p>
                      <a:pPr algn="ctr"/>
                      <a:r>
                        <a:rPr lang="en-US" sz="1200" dirty="0">
                          <a:solidFill>
                            <a:srgbClr val="0000FF"/>
                          </a:solidFill>
                        </a:rPr>
                        <a:t>acquired end product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FF"/>
                          </a:solidFill>
                        </a:rPr>
                        <a:t>assembled end product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FF"/>
                          </a:solidFill>
                        </a:rPr>
                        <a:t>acquired resource sub product</a:t>
                      </a:r>
                    </a:p>
                  </a:txBody>
                  <a:tcPr anchor="ctr"/>
                </a:tc>
                <a:extLst>
                  <a:ext uri="{0D108BD9-81ED-4DB2-BD59-A6C34878D82A}">
                    <a16:rowId xmlns:a16="http://schemas.microsoft.com/office/drawing/2014/main" val="38076062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displaying</a:t>
                      </a:r>
                    </a:p>
                  </a:txBody>
                  <a:tcPr anchor="ctr">
                    <a:solidFill>
                      <a:srgbClr val="073563"/>
                    </a:solidFill>
                  </a:tcPr>
                </a:tc>
                <a:tc>
                  <a:txBody>
                    <a:bodyPr/>
                    <a:lstStyle/>
                    <a:p>
                      <a:pPr algn="ctr"/>
                      <a:endParaRPr lang="en-US" sz="1200" dirty="0"/>
                    </a:p>
                  </a:txBody>
                  <a:tcPr anchor="ctr"/>
                </a:tc>
                <a:tc>
                  <a:txBody>
                    <a:bodyPr/>
                    <a:lstStyle/>
                    <a:p>
                      <a:pPr algn="ctr"/>
                      <a:r>
                        <a:rPr lang="en-US" sz="1200" dirty="0">
                          <a:solidFill>
                            <a:srgbClr val="0000FF"/>
                          </a:solidFill>
                        </a:rPr>
                        <a:t>period</a:t>
                      </a:r>
                    </a:p>
                  </a:txBody>
                  <a:tcPr anchor="ctr"/>
                </a:tc>
                <a:tc>
                  <a:txBody>
                    <a:bodyPr/>
                    <a:lstStyle/>
                    <a:p>
                      <a:pPr algn="ctr"/>
                      <a:r>
                        <a:rPr lang="en-US" sz="1200" dirty="0">
                          <a:solidFill>
                            <a:srgbClr val="0000FF"/>
                          </a:solidFill>
                        </a:rPr>
                        <a:t>end product</a:t>
                      </a:r>
                    </a:p>
                  </a:txBody>
                  <a:tcPr anchor="ctr"/>
                </a:tc>
                <a:tc>
                  <a:txBody>
                    <a:bodyPr/>
                    <a:lstStyle/>
                    <a:p>
                      <a:pPr algn="ctr"/>
                      <a:r>
                        <a:rPr lang="en-US" sz="1200" dirty="0">
                          <a:solidFill>
                            <a:srgbClr val="0000FF"/>
                          </a:solidFill>
                        </a:rPr>
                        <a:t>acquired end product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FF"/>
                          </a:solidFill>
                        </a:rPr>
                        <a:t>assembled end product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FF"/>
                          </a:solidFill>
                        </a:rPr>
                        <a:t>acquired resource sub product</a:t>
                      </a:r>
                    </a:p>
                  </a:txBody>
                  <a:tcPr anchor="ctr"/>
                </a:tc>
                <a:extLst>
                  <a:ext uri="{0D108BD9-81ED-4DB2-BD59-A6C34878D82A}">
                    <a16:rowId xmlns:a16="http://schemas.microsoft.com/office/drawing/2014/main" val="1907628831"/>
                  </a:ext>
                </a:extLst>
              </a:tr>
            </a:tbl>
          </a:graphicData>
        </a:graphic>
      </p:graphicFrame>
      <p:sp>
        <p:nvSpPr>
          <p:cNvPr id="50" name="TextBox 49">
            <a:extLst>
              <a:ext uri="{FF2B5EF4-FFF2-40B4-BE49-F238E27FC236}">
                <a16:creationId xmlns:a16="http://schemas.microsoft.com/office/drawing/2014/main" id="{EA8210C0-D476-04C2-0F5F-C07DD1C29617}"/>
              </a:ext>
            </a:extLst>
          </p:cNvPr>
          <p:cNvSpPr txBox="1"/>
          <p:nvPr/>
        </p:nvSpPr>
        <p:spPr>
          <a:xfrm>
            <a:off x="3726612" y="5888966"/>
            <a:ext cx="8338868" cy="338554"/>
          </a:xfrm>
          <a:prstGeom prst="rect">
            <a:avLst/>
          </a:prstGeom>
          <a:noFill/>
        </p:spPr>
        <p:txBody>
          <a:bodyPr wrap="square" rtlCol="0">
            <a:spAutoFit/>
          </a:bodyPr>
          <a:lstStyle/>
          <a:p>
            <a:r>
              <a:rPr lang="en-US" sz="1600" dirty="0"/>
              <a:t>* here we only listed “</a:t>
            </a:r>
            <a:r>
              <a:rPr lang="en-US" sz="1600" dirty="0">
                <a:solidFill>
                  <a:srgbClr val="0000FF"/>
                </a:solidFill>
              </a:rPr>
              <a:t>storing</a:t>
            </a:r>
            <a:r>
              <a:rPr lang="en-US" sz="1600" dirty="0"/>
              <a:t>”, “</a:t>
            </a:r>
            <a:r>
              <a:rPr lang="en-US" sz="1600" dirty="0">
                <a:solidFill>
                  <a:srgbClr val="0000FF"/>
                </a:solidFill>
              </a:rPr>
              <a:t>retrieving</a:t>
            </a:r>
            <a:r>
              <a:rPr lang="en-US" sz="1600" dirty="0"/>
              <a:t>” and “</a:t>
            </a:r>
            <a:r>
              <a:rPr lang="en-US" sz="1600" dirty="0">
                <a:solidFill>
                  <a:srgbClr val="0000FF"/>
                </a:solidFill>
              </a:rPr>
              <a:t>displaying</a:t>
            </a:r>
            <a:r>
              <a:rPr lang="en-US" sz="1600" dirty="0"/>
              <a:t>” however there are much more</a:t>
            </a:r>
          </a:p>
        </p:txBody>
      </p:sp>
    </p:spTree>
    <p:extLst>
      <p:ext uri="{BB962C8B-B14F-4D97-AF65-F5344CB8AC3E}">
        <p14:creationId xmlns:p14="http://schemas.microsoft.com/office/powerpoint/2010/main" val="1060795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F0F32-993B-6D41-5790-59EBAC7182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CBBFF1-07CD-C957-42A8-4427A2F6A9A4}"/>
              </a:ext>
            </a:extLst>
          </p:cNvPr>
          <p:cNvSpPr>
            <a:spLocks noGrp="1"/>
          </p:cNvSpPr>
          <p:nvPr>
            <p:ph type="title"/>
          </p:nvPr>
        </p:nvSpPr>
        <p:spPr/>
        <p:txBody>
          <a:bodyPr/>
          <a:lstStyle/>
          <a:p>
            <a:r>
              <a:rPr lang="en-US" dirty="0"/>
              <a:t>Expanding with the “leaf” thought and integrating</a:t>
            </a:r>
          </a:p>
        </p:txBody>
      </p:sp>
      <p:sp>
        <p:nvSpPr>
          <p:cNvPr id="3" name="Text Placeholder 2">
            <a:extLst>
              <a:ext uri="{FF2B5EF4-FFF2-40B4-BE49-F238E27FC236}">
                <a16:creationId xmlns:a16="http://schemas.microsoft.com/office/drawing/2014/main" id="{AB2135A4-347C-E94C-3E32-1CF03F1F3167}"/>
              </a:ext>
            </a:extLst>
          </p:cNvPr>
          <p:cNvSpPr>
            <a:spLocks noGrp="1"/>
          </p:cNvSpPr>
          <p:nvPr>
            <p:ph type="body" sz="quarter" idx="37"/>
          </p:nvPr>
        </p:nvSpPr>
        <p:spPr/>
        <p:txBody>
          <a:bodyPr/>
          <a:lstStyle/>
          <a:p>
            <a:endParaRPr lang="en-US"/>
          </a:p>
        </p:txBody>
      </p:sp>
    </p:spTree>
    <p:extLst>
      <p:ext uri="{BB962C8B-B14F-4D97-AF65-F5344CB8AC3E}">
        <p14:creationId xmlns:p14="http://schemas.microsoft.com/office/powerpoint/2010/main" val="2211039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CC92EF-689A-3937-F2A1-CA6B010FAE4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2E57BC3-D18A-518D-198C-C662B84E499A}"/>
              </a:ext>
            </a:extLst>
          </p:cNvPr>
          <p:cNvSpPr>
            <a:spLocks noGrp="1"/>
          </p:cNvSpPr>
          <p:nvPr>
            <p:ph type="body" sz="quarter" idx="15"/>
          </p:nvPr>
        </p:nvSpPr>
        <p:spPr/>
        <p:txBody>
          <a:bodyPr/>
          <a:lstStyle/>
          <a:p>
            <a:r>
              <a:rPr lang="en-US" dirty="0"/>
              <a:t>OMEGA Reference Models and </a:t>
            </a:r>
            <a:r>
              <a:rPr lang="en-US" dirty="0" err="1"/>
              <a:t>Leafs</a:t>
            </a:r>
            <a:endParaRPr lang="en-US" dirty="0"/>
          </a:p>
        </p:txBody>
      </p:sp>
      <p:graphicFrame>
        <p:nvGraphicFramePr>
          <p:cNvPr id="6" name="Table 5">
            <a:extLst>
              <a:ext uri="{FF2B5EF4-FFF2-40B4-BE49-F238E27FC236}">
                <a16:creationId xmlns:a16="http://schemas.microsoft.com/office/drawing/2014/main" id="{57F1931D-CD5C-CC15-1D41-EA5F6F626BBB}"/>
              </a:ext>
            </a:extLst>
          </p:cNvPr>
          <p:cNvGraphicFramePr>
            <a:graphicFrameLocks noGrp="1"/>
          </p:cNvGraphicFramePr>
          <p:nvPr/>
        </p:nvGraphicFramePr>
        <p:xfrm>
          <a:off x="2262036" y="1093477"/>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182745304"/>
                    </a:ext>
                  </a:extLst>
                </a:gridCol>
                <a:gridCol w="2709333">
                  <a:extLst>
                    <a:ext uri="{9D8B030D-6E8A-4147-A177-3AD203B41FA5}">
                      <a16:colId xmlns:a16="http://schemas.microsoft.com/office/drawing/2014/main" val="236540413"/>
                    </a:ext>
                  </a:extLst>
                </a:gridCol>
                <a:gridCol w="2709333">
                  <a:extLst>
                    <a:ext uri="{9D8B030D-6E8A-4147-A177-3AD203B41FA5}">
                      <a16:colId xmlns:a16="http://schemas.microsoft.com/office/drawing/2014/main" val="4136583999"/>
                    </a:ext>
                  </a:extLst>
                </a:gridCol>
              </a:tblGrid>
              <a:tr h="370840">
                <a:tc>
                  <a:txBody>
                    <a:bodyPr/>
                    <a:lstStyle/>
                    <a:p>
                      <a:endParaRPr lang="en-US" dirty="0"/>
                    </a:p>
                  </a:txBody>
                  <a:tcPr>
                    <a:solidFill>
                      <a:srgbClr val="0A3869"/>
                    </a:solidFill>
                  </a:tcPr>
                </a:tc>
                <a:tc>
                  <a:txBody>
                    <a:bodyPr/>
                    <a:lstStyle/>
                    <a:p>
                      <a:r>
                        <a:rPr lang="en-US" dirty="0"/>
                        <a:t>Tangible things</a:t>
                      </a:r>
                    </a:p>
                  </a:txBody>
                  <a:tcPr>
                    <a:solidFill>
                      <a:srgbClr val="0A386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Intangible things</a:t>
                      </a:r>
                    </a:p>
                  </a:txBody>
                  <a:tcPr>
                    <a:solidFill>
                      <a:srgbClr val="0A3869"/>
                    </a:solidFill>
                  </a:tcPr>
                </a:tc>
                <a:extLst>
                  <a:ext uri="{0D108BD9-81ED-4DB2-BD59-A6C34878D82A}">
                    <a16:rowId xmlns:a16="http://schemas.microsoft.com/office/drawing/2014/main" val="1816364570"/>
                  </a:ext>
                </a:extLst>
              </a:tr>
              <a:tr h="370840">
                <a:tc>
                  <a:txBody>
                    <a:bodyPr/>
                    <a:lstStyle/>
                    <a:p>
                      <a:r>
                        <a:rPr lang="en-US" dirty="0"/>
                        <a:t>Creating and Changing</a:t>
                      </a:r>
                    </a:p>
                  </a:txBody>
                  <a:tcPr/>
                </a:tc>
                <a:tc>
                  <a:txBody>
                    <a:bodyPr/>
                    <a:lstStyle/>
                    <a:p>
                      <a:pPr algn="ctr"/>
                      <a:r>
                        <a:rPr lang="en-US" dirty="0"/>
                        <a:t>A1</a:t>
                      </a:r>
                    </a:p>
                  </a:txBody>
                  <a:tcPr/>
                </a:tc>
                <a:tc>
                  <a:txBody>
                    <a:bodyPr/>
                    <a:lstStyle/>
                    <a:p>
                      <a:pPr algn="ctr"/>
                      <a:r>
                        <a:rPr lang="en-US" dirty="0"/>
                        <a:t>B1</a:t>
                      </a:r>
                    </a:p>
                  </a:txBody>
                  <a:tcPr/>
                </a:tc>
                <a:extLst>
                  <a:ext uri="{0D108BD9-81ED-4DB2-BD59-A6C34878D82A}">
                    <a16:rowId xmlns:a16="http://schemas.microsoft.com/office/drawing/2014/main" val="1240353458"/>
                  </a:ext>
                </a:extLst>
              </a:tr>
              <a:tr h="370840">
                <a:tc>
                  <a:txBody>
                    <a:bodyPr/>
                    <a:lstStyle/>
                    <a:p>
                      <a:r>
                        <a:rPr lang="en-US" dirty="0"/>
                        <a:t>Transporting and Storing</a:t>
                      </a:r>
                    </a:p>
                  </a:txBody>
                  <a:tcPr/>
                </a:tc>
                <a:tc>
                  <a:txBody>
                    <a:bodyPr/>
                    <a:lstStyle/>
                    <a:p>
                      <a:pPr algn="ctr"/>
                      <a:r>
                        <a:rPr lang="en-US" dirty="0"/>
                        <a:t>A2</a:t>
                      </a:r>
                    </a:p>
                  </a:txBody>
                  <a:tcPr/>
                </a:tc>
                <a:tc>
                  <a:txBody>
                    <a:bodyPr/>
                    <a:lstStyle/>
                    <a:p>
                      <a:pPr algn="ctr"/>
                      <a:r>
                        <a:rPr lang="en-US" dirty="0"/>
                        <a:t>*not applicable*</a:t>
                      </a:r>
                    </a:p>
                  </a:txBody>
                  <a:tcPr/>
                </a:tc>
                <a:extLst>
                  <a:ext uri="{0D108BD9-81ED-4DB2-BD59-A6C34878D82A}">
                    <a16:rowId xmlns:a16="http://schemas.microsoft.com/office/drawing/2014/main" val="231861829"/>
                  </a:ext>
                </a:extLst>
              </a:tr>
              <a:tr h="370840">
                <a:tc>
                  <a:txBody>
                    <a:bodyPr/>
                    <a:lstStyle/>
                    <a:p>
                      <a:r>
                        <a:rPr lang="en-US" dirty="0"/>
                        <a:t>Transferring Ownership</a:t>
                      </a:r>
                    </a:p>
                  </a:txBody>
                  <a:tcPr/>
                </a:tc>
                <a:tc>
                  <a:txBody>
                    <a:bodyPr/>
                    <a:lstStyle/>
                    <a:p>
                      <a:pPr algn="ctr"/>
                      <a:r>
                        <a:rPr lang="en-US" dirty="0"/>
                        <a:t>A3</a:t>
                      </a:r>
                    </a:p>
                  </a:txBody>
                  <a:tcPr/>
                </a:tc>
                <a:tc>
                  <a:txBody>
                    <a:bodyPr/>
                    <a:lstStyle/>
                    <a:p>
                      <a:pPr algn="ctr"/>
                      <a:r>
                        <a:rPr lang="en-US" dirty="0"/>
                        <a:t>B3</a:t>
                      </a:r>
                    </a:p>
                  </a:txBody>
                  <a:tcPr/>
                </a:tc>
                <a:extLst>
                  <a:ext uri="{0D108BD9-81ED-4DB2-BD59-A6C34878D82A}">
                    <a16:rowId xmlns:a16="http://schemas.microsoft.com/office/drawing/2014/main" val="2135995827"/>
                  </a:ext>
                </a:extLst>
              </a:tr>
              <a:tr h="370840">
                <a:tc>
                  <a:txBody>
                    <a:bodyPr/>
                    <a:lstStyle/>
                    <a:p>
                      <a:r>
                        <a:rPr lang="en-US" dirty="0"/>
                        <a:t>Obtaining Usufruct</a:t>
                      </a:r>
                    </a:p>
                  </a:txBody>
                  <a:tcPr/>
                </a:tc>
                <a:tc>
                  <a:txBody>
                    <a:bodyPr/>
                    <a:lstStyle/>
                    <a:p>
                      <a:pPr algn="ctr"/>
                      <a:r>
                        <a:rPr lang="en-US" dirty="0"/>
                        <a:t>A4</a:t>
                      </a:r>
                    </a:p>
                  </a:txBody>
                  <a:tcPr/>
                </a:tc>
                <a:tc>
                  <a:txBody>
                    <a:bodyPr/>
                    <a:lstStyle/>
                    <a:p>
                      <a:pPr algn="ctr"/>
                      <a:r>
                        <a:rPr lang="en-US" dirty="0"/>
                        <a:t>B4</a:t>
                      </a:r>
                    </a:p>
                  </a:txBody>
                  <a:tcPr/>
                </a:tc>
                <a:extLst>
                  <a:ext uri="{0D108BD9-81ED-4DB2-BD59-A6C34878D82A}">
                    <a16:rowId xmlns:a16="http://schemas.microsoft.com/office/drawing/2014/main" val="1423081380"/>
                  </a:ext>
                </a:extLst>
              </a:tr>
            </a:tbl>
          </a:graphicData>
        </a:graphic>
      </p:graphicFrame>
      <p:cxnSp>
        <p:nvCxnSpPr>
          <p:cNvPr id="8" name="Straight Connector 7">
            <a:extLst>
              <a:ext uri="{FF2B5EF4-FFF2-40B4-BE49-F238E27FC236}">
                <a16:creationId xmlns:a16="http://schemas.microsoft.com/office/drawing/2014/main" id="{F9232B50-8AF9-447B-E100-D0DCE43F2E55}"/>
              </a:ext>
            </a:extLst>
          </p:cNvPr>
          <p:cNvCxnSpPr>
            <a:cxnSpLocks/>
          </p:cNvCxnSpPr>
          <p:nvPr/>
        </p:nvCxnSpPr>
        <p:spPr>
          <a:xfrm>
            <a:off x="6096000" y="3055987"/>
            <a:ext cx="0" cy="3609035"/>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5BF2AC4B-BA5C-B55A-C858-9D73619165F3}"/>
              </a:ext>
            </a:extLst>
          </p:cNvPr>
          <p:cNvCxnSpPr>
            <a:cxnSpLocks/>
          </p:cNvCxnSpPr>
          <p:nvPr/>
        </p:nvCxnSpPr>
        <p:spPr>
          <a:xfrm>
            <a:off x="3048000" y="3048957"/>
            <a:ext cx="0" cy="3623094"/>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4AE576EC-64FD-A9D1-EBCF-E07E657C5A3E}"/>
              </a:ext>
            </a:extLst>
          </p:cNvPr>
          <p:cNvCxnSpPr>
            <a:cxnSpLocks/>
          </p:cNvCxnSpPr>
          <p:nvPr/>
        </p:nvCxnSpPr>
        <p:spPr>
          <a:xfrm>
            <a:off x="9144000" y="3048957"/>
            <a:ext cx="0" cy="3623094"/>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56855B00-9090-4323-B970-F5ADF66EAA6C}"/>
              </a:ext>
            </a:extLst>
          </p:cNvPr>
          <p:cNvCxnSpPr>
            <a:cxnSpLocks/>
          </p:cNvCxnSpPr>
          <p:nvPr/>
        </p:nvCxnSpPr>
        <p:spPr>
          <a:xfrm>
            <a:off x="0" y="3048957"/>
            <a:ext cx="0" cy="3623094"/>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E2B7563B-3781-1E43-71D2-3C5ACBA909BD}"/>
              </a:ext>
            </a:extLst>
          </p:cNvPr>
          <p:cNvCxnSpPr>
            <a:cxnSpLocks/>
          </p:cNvCxnSpPr>
          <p:nvPr/>
        </p:nvCxnSpPr>
        <p:spPr>
          <a:xfrm>
            <a:off x="12192000" y="3048957"/>
            <a:ext cx="0" cy="3623094"/>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90D7564D-AA56-70F0-875D-ECCD5C77385A}"/>
              </a:ext>
            </a:extLst>
          </p:cNvPr>
          <p:cNvCxnSpPr/>
          <p:nvPr/>
        </p:nvCxnSpPr>
        <p:spPr>
          <a:xfrm>
            <a:off x="0" y="3048957"/>
            <a:ext cx="12192000" cy="7030"/>
          </a:xfrm>
          <a:prstGeom prst="line">
            <a:avLst/>
          </a:prstGeom>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D93E9587-DA7B-3A09-BAFF-9287D11E25DE}"/>
              </a:ext>
            </a:extLst>
          </p:cNvPr>
          <p:cNvSpPr txBox="1"/>
          <p:nvPr/>
        </p:nvSpPr>
        <p:spPr>
          <a:xfrm>
            <a:off x="0" y="3055987"/>
            <a:ext cx="291858" cy="369332"/>
          </a:xfrm>
          <a:prstGeom prst="rect">
            <a:avLst/>
          </a:prstGeom>
          <a:noFill/>
        </p:spPr>
        <p:txBody>
          <a:bodyPr wrap="square">
            <a:spAutoFit/>
          </a:bodyPr>
          <a:lstStyle/>
          <a:p>
            <a:r>
              <a:rPr lang="en-US" sz="1800" dirty="0"/>
              <a:t>1</a:t>
            </a:r>
            <a:endParaRPr lang="en-US" dirty="0"/>
          </a:p>
        </p:txBody>
      </p:sp>
      <p:sp>
        <p:nvSpPr>
          <p:cNvPr id="21" name="TextBox 20">
            <a:extLst>
              <a:ext uri="{FF2B5EF4-FFF2-40B4-BE49-F238E27FC236}">
                <a16:creationId xmlns:a16="http://schemas.microsoft.com/office/drawing/2014/main" id="{41527F58-2816-F285-5A3D-1EE00A6EB2D9}"/>
              </a:ext>
            </a:extLst>
          </p:cNvPr>
          <p:cNvSpPr txBox="1"/>
          <p:nvPr/>
        </p:nvSpPr>
        <p:spPr>
          <a:xfrm>
            <a:off x="3047999" y="3055987"/>
            <a:ext cx="291858" cy="369332"/>
          </a:xfrm>
          <a:prstGeom prst="rect">
            <a:avLst/>
          </a:prstGeom>
          <a:noFill/>
        </p:spPr>
        <p:txBody>
          <a:bodyPr wrap="square">
            <a:spAutoFit/>
          </a:bodyPr>
          <a:lstStyle/>
          <a:p>
            <a:r>
              <a:rPr lang="en-US" sz="1800" dirty="0"/>
              <a:t>2</a:t>
            </a:r>
            <a:endParaRPr lang="en-US" dirty="0"/>
          </a:p>
        </p:txBody>
      </p:sp>
      <p:sp>
        <p:nvSpPr>
          <p:cNvPr id="23" name="TextBox 22">
            <a:extLst>
              <a:ext uri="{FF2B5EF4-FFF2-40B4-BE49-F238E27FC236}">
                <a16:creationId xmlns:a16="http://schemas.microsoft.com/office/drawing/2014/main" id="{8B8380B4-F98F-0C0F-E706-9B9FED4997E5}"/>
              </a:ext>
            </a:extLst>
          </p:cNvPr>
          <p:cNvSpPr txBox="1"/>
          <p:nvPr/>
        </p:nvSpPr>
        <p:spPr>
          <a:xfrm>
            <a:off x="6095998" y="3063017"/>
            <a:ext cx="291858" cy="369332"/>
          </a:xfrm>
          <a:prstGeom prst="rect">
            <a:avLst/>
          </a:prstGeom>
          <a:noFill/>
        </p:spPr>
        <p:txBody>
          <a:bodyPr wrap="square">
            <a:spAutoFit/>
          </a:bodyPr>
          <a:lstStyle/>
          <a:p>
            <a:r>
              <a:rPr lang="en-US" sz="1800" dirty="0"/>
              <a:t>3</a:t>
            </a:r>
            <a:endParaRPr lang="en-US" dirty="0"/>
          </a:p>
        </p:txBody>
      </p:sp>
      <p:sp>
        <p:nvSpPr>
          <p:cNvPr id="25" name="TextBox 24">
            <a:extLst>
              <a:ext uri="{FF2B5EF4-FFF2-40B4-BE49-F238E27FC236}">
                <a16:creationId xmlns:a16="http://schemas.microsoft.com/office/drawing/2014/main" id="{188CFDEF-26B2-69AA-9426-4030715D9284}"/>
              </a:ext>
            </a:extLst>
          </p:cNvPr>
          <p:cNvSpPr txBox="1"/>
          <p:nvPr/>
        </p:nvSpPr>
        <p:spPr>
          <a:xfrm>
            <a:off x="9143995" y="3063017"/>
            <a:ext cx="291858" cy="369332"/>
          </a:xfrm>
          <a:prstGeom prst="rect">
            <a:avLst/>
          </a:prstGeom>
          <a:noFill/>
        </p:spPr>
        <p:txBody>
          <a:bodyPr wrap="square">
            <a:spAutoFit/>
          </a:bodyPr>
          <a:lstStyle/>
          <a:p>
            <a:r>
              <a:rPr lang="en-US" sz="1800" dirty="0"/>
              <a:t>4</a:t>
            </a:r>
            <a:endParaRPr lang="en-US" dirty="0"/>
          </a:p>
        </p:txBody>
      </p:sp>
      <p:pic>
        <p:nvPicPr>
          <p:cNvPr id="27" name="Picture 26">
            <a:extLst>
              <a:ext uri="{FF2B5EF4-FFF2-40B4-BE49-F238E27FC236}">
                <a16:creationId xmlns:a16="http://schemas.microsoft.com/office/drawing/2014/main" id="{8902E7B2-AF9E-1ECE-968C-707A0DECF37D}"/>
              </a:ext>
            </a:extLst>
          </p:cNvPr>
          <p:cNvPicPr>
            <a:picLocks noChangeAspect="1"/>
          </p:cNvPicPr>
          <p:nvPr/>
        </p:nvPicPr>
        <p:blipFill>
          <a:blip r:embed="rId3"/>
          <a:stretch>
            <a:fillRect/>
          </a:stretch>
        </p:blipFill>
        <p:spPr>
          <a:xfrm>
            <a:off x="26026" y="3338485"/>
            <a:ext cx="2995944" cy="3333566"/>
          </a:xfrm>
          <a:prstGeom prst="rect">
            <a:avLst/>
          </a:prstGeom>
        </p:spPr>
      </p:pic>
      <p:pic>
        <p:nvPicPr>
          <p:cNvPr id="29" name="Picture 28">
            <a:extLst>
              <a:ext uri="{FF2B5EF4-FFF2-40B4-BE49-F238E27FC236}">
                <a16:creationId xmlns:a16="http://schemas.microsoft.com/office/drawing/2014/main" id="{B90F186B-0ECF-4A2C-4443-EF44354AF057}"/>
              </a:ext>
            </a:extLst>
          </p:cNvPr>
          <p:cNvPicPr>
            <a:picLocks noChangeAspect="1"/>
          </p:cNvPicPr>
          <p:nvPr/>
        </p:nvPicPr>
        <p:blipFill>
          <a:blip r:embed="rId4"/>
          <a:stretch>
            <a:fillRect/>
          </a:stretch>
        </p:blipFill>
        <p:spPr>
          <a:xfrm>
            <a:off x="3074031" y="3339334"/>
            <a:ext cx="2995936" cy="3344219"/>
          </a:xfrm>
          <a:prstGeom prst="rect">
            <a:avLst/>
          </a:prstGeom>
        </p:spPr>
      </p:pic>
      <p:pic>
        <p:nvPicPr>
          <p:cNvPr id="62" name="Picture 61">
            <a:extLst>
              <a:ext uri="{FF2B5EF4-FFF2-40B4-BE49-F238E27FC236}">
                <a16:creationId xmlns:a16="http://schemas.microsoft.com/office/drawing/2014/main" id="{0D06B7BC-A6FF-0C60-EEEC-D12465EF607A}"/>
              </a:ext>
            </a:extLst>
          </p:cNvPr>
          <p:cNvPicPr>
            <a:picLocks noChangeAspect="1"/>
          </p:cNvPicPr>
          <p:nvPr/>
        </p:nvPicPr>
        <p:blipFill>
          <a:blip r:embed="rId5"/>
          <a:stretch>
            <a:fillRect/>
          </a:stretch>
        </p:blipFill>
        <p:spPr>
          <a:xfrm>
            <a:off x="6708038" y="3338485"/>
            <a:ext cx="1740029" cy="2426036"/>
          </a:xfrm>
          <a:prstGeom prst="rect">
            <a:avLst/>
          </a:prstGeom>
        </p:spPr>
      </p:pic>
      <p:pic>
        <p:nvPicPr>
          <p:cNvPr id="64" name="Picture 63">
            <a:extLst>
              <a:ext uri="{FF2B5EF4-FFF2-40B4-BE49-F238E27FC236}">
                <a16:creationId xmlns:a16="http://schemas.microsoft.com/office/drawing/2014/main" id="{C85C278E-3B65-E951-7BAD-1A08D7887F2D}"/>
              </a:ext>
            </a:extLst>
          </p:cNvPr>
          <p:cNvPicPr>
            <a:picLocks noChangeAspect="1"/>
          </p:cNvPicPr>
          <p:nvPr/>
        </p:nvPicPr>
        <p:blipFill>
          <a:blip r:embed="rId6"/>
          <a:stretch>
            <a:fillRect/>
          </a:stretch>
        </p:blipFill>
        <p:spPr>
          <a:xfrm>
            <a:off x="9170034" y="3337206"/>
            <a:ext cx="3001425" cy="2419006"/>
          </a:xfrm>
          <a:prstGeom prst="rect">
            <a:avLst/>
          </a:prstGeom>
        </p:spPr>
      </p:pic>
      <p:sp>
        <p:nvSpPr>
          <p:cNvPr id="3" name="Rectangle 2">
            <a:extLst>
              <a:ext uri="{FF2B5EF4-FFF2-40B4-BE49-F238E27FC236}">
                <a16:creationId xmlns:a16="http://schemas.microsoft.com/office/drawing/2014/main" id="{B6B0965B-A82B-7D04-54BF-6E5B316DC47E}"/>
              </a:ext>
            </a:extLst>
          </p:cNvPr>
          <p:cNvSpPr/>
          <p:nvPr/>
        </p:nvSpPr>
        <p:spPr>
          <a:xfrm>
            <a:off x="26026" y="5246649"/>
            <a:ext cx="481347" cy="468351"/>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E4F9094-6EC8-DD94-83FD-73D08AD7DDBB}"/>
              </a:ext>
            </a:extLst>
          </p:cNvPr>
          <p:cNvSpPr/>
          <p:nvPr/>
        </p:nvSpPr>
        <p:spPr>
          <a:xfrm>
            <a:off x="659774" y="6194502"/>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EF5B81-4589-660D-0E19-07DF4E372F6D}"/>
              </a:ext>
            </a:extLst>
          </p:cNvPr>
          <p:cNvSpPr/>
          <p:nvPr/>
        </p:nvSpPr>
        <p:spPr>
          <a:xfrm>
            <a:off x="1293522" y="6187473"/>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EC87CA-0A91-B581-D384-FB45A963DE73}"/>
              </a:ext>
            </a:extLst>
          </p:cNvPr>
          <p:cNvSpPr/>
          <p:nvPr/>
        </p:nvSpPr>
        <p:spPr>
          <a:xfrm>
            <a:off x="1921708" y="6194502"/>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A89AB12-5E0E-9599-DDEF-02A04AF66354}"/>
              </a:ext>
            </a:extLst>
          </p:cNvPr>
          <p:cNvSpPr/>
          <p:nvPr/>
        </p:nvSpPr>
        <p:spPr>
          <a:xfrm>
            <a:off x="2531975" y="5229280"/>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63CB267-3E8E-F25C-C13B-F61C78D6AAFA}"/>
              </a:ext>
            </a:extLst>
          </p:cNvPr>
          <p:cNvSpPr/>
          <p:nvPr/>
        </p:nvSpPr>
        <p:spPr>
          <a:xfrm>
            <a:off x="3083296" y="5246649"/>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4C76F18-D56C-319F-80AA-54D3D18DEE23}"/>
              </a:ext>
            </a:extLst>
          </p:cNvPr>
          <p:cNvSpPr/>
          <p:nvPr/>
        </p:nvSpPr>
        <p:spPr>
          <a:xfrm>
            <a:off x="5579974" y="5237451"/>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84E3671-9D9A-E42E-1C7F-D000B74F7319}"/>
              </a:ext>
            </a:extLst>
          </p:cNvPr>
          <p:cNvSpPr/>
          <p:nvPr/>
        </p:nvSpPr>
        <p:spPr>
          <a:xfrm>
            <a:off x="3694762" y="6187473"/>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7FC7053-C402-5C2B-ED79-E11BCE1AD6A2}"/>
              </a:ext>
            </a:extLst>
          </p:cNvPr>
          <p:cNvSpPr/>
          <p:nvPr/>
        </p:nvSpPr>
        <p:spPr>
          <a:xfrm>
            <a:off x="4335960" y="6187949"/>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BF20368-BBD0-3007-1D14-207C63B0142E}"/>
              </a:ext>
            </a:extLst>
          </p:cNvPr>
          <p:cNvSpPr/>
          <p:nvPr/>
        </p:nvSpPr>
        <p:spPr>
          <a:xfrm>
            <a:off x="4964151" y="6194502"/>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57F2930-82E3-279F-CC9B-031C602DAA1A}"/>
              </a:ext>
            </a:extLst>
          </p:cNvPr>
          <p:cNvSpPr/>
          <p:nvPr/>
        </p:nvSpPr>
        <p:spPr>
          <a:xfrm>
            <a:off x="7340009" y="5256181"/>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776196D9-978F-0CB2-485B-185016F0BF11}"/>
              </a:ext>
            </a:extLst>
          </p:cNvPr>
          <p:cNvSpPr/>
          <p:nvPr/>
        </p:nvSpPr>
        <p:spPr>
          <a:xfrm>
            <a:off x="6709847" y="5246649"/>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6FAB576-C59A-5F61-6545-891C8FB5F513}"/>
              </a:ext>
            </a:extLst>
          </p:cNvPr>
          <p:cNvSpPr/>
          <p:nvPr/>
        </p:nvSpPr>
        <p:spPr>
          <a:xfrm>
            <a:off x="7970171" y="5256181"/>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68CA7E23-A95A-41AD-103B-0955C769C8A2}"/>
              </a:ext>
            </a:extLst>
          </p:cNvPr>
          <p:cNvSpPr/>
          <p:nvPr/>
        </p:nvSpPr>
        <p:spPr>
          <a:xfrm>
            <a:off x="9188663" y="4307934"/>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4" name="Rectangle 43">
            <a:extLst>
              <a:ext uri="{FF2B5EF4-FFF2-40B4-BE49-F238E27FC236}">
                <a16:creationId xmlns:a16="http://schemas.microsoft.com/office/drawing/2014/main" id="{5775EEB8-F52F-5534-C4DB-6343A88E3236}"/>
              </a:ext>
            </a:extLst>
          </p:cNvPr>
          <p:cNvSpPr/>
          <p:nvPr/>
        </p:nvSpPr>
        <p:spPr>
          <a:xfrm>
            <a:off x="10105813" y="4307934"/>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C0D1688-38A8-7CA9-C18B-C914F466EFDD}"/>
              </a:ext>
            </a:extLst>
          </p:cNvPr>
          <p:cNvSpPr/>
          <p:nvPr/>
        </p:nvSpPr>
        <p:spPr>
          <a:xfrm>
            <a:off x="11044204" y="5256181"/>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9C732190-032F-B692-41CF-63335259D21C}"/>
              </a:ext>
            </a:extLst>
          </p:cNvPr>
          <p:cNvSpPr/>
          <p:nvPr/>
        </p:nvSpPr>
        <p:spPr>
          <a:xfrm>
            <a:off x="11675973" y="5256180"/>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90A6890-718C-C2CE-0151-9BD75196D750}"/>
              </a:ext>
            </a:extLst>
          </p:cNvPr>
          <p:cNvSpPr/>
          <p:nvPr/>
        </p:nvSpPr>
        <p:spPr>
          <a:xfrm>
            <a:off x="5597891" y="462711"/>
            <a:ext cx="472076" cy="47754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1985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A0399F7-3B99-2514-70C7-282F2C37279F}"/>
              </a:ext>
            </a:extLst>
          </p:cNvPr>
          <p:cNvSpPr>
            <a:spLocks noGrp="1"/>
          </p:cNvSpPr>
          <p:nvPr>
            <p:ph type="body" sz="quarter" idx="15"/>
          </p:nvPr>
        </p:nvSpPr>
        <p:spPr/>
        <p:txBody>
          <a:bodyPr/>
          <a:lstStyle/>
          <a:p>
            <a:r>
              <a:rPr lang="en-US" dirty="0"/>
              <a:t>Example Transfer of Ownership</a:t>
            </a:r>
          </a:p>
        </p:txBody>
      </p:sp>
      <p:sp>
        <p:nvSpPr>
          <p:cNvPr id="5" name="Content Placeholder 4">
            <a:extLst>
              <a:ext uri="{FF2B5EF4-FFF2-40B4-BE49-F238E27FC236}">
                <a16:creationId xmlns:a16="http://schemas.microsoft.com/office/drawing/2014/main" id="{EEF02A3A-1E65-C404-33CC-D7B55B6F1B2C}"/>
              </a:ext>
            </a:extLst>
          </p:cNvPr>
          <p:cNvSpPr>
            <a:spLocks noGrp="1"/>
          </p:cNvSpPr>
          <p:nvPr>
            <p:ph sz="quarter" idx="40"/>
          </p:nvPr>
        </p:nvSpPr>
        <p:spPr/>
        <p:txBody>
          <a:bodyPr/>
          <a:lstStyle/>
          <a:p>
            <a:pPr>
              <a:buNone/>
            </a:pPr>
            <a:r>
              <a:rPr lang="en-US" dirty="0"/>
              <a:t>Ahmed and Mohamed both have a car</a:t>
            </a:r>
          </a:p>
          <a:p>
            <a:pPr>
              <a:buNone/>
            </a:pPr>
            <a:r>
              <a:rPr lang="en-US" dirty="0"/>
              <a:t>Ahmed had a Tesla Model S and Mohemad has a BMW 7</a:t>
            </a:r>
          </a:p>
          <a:p>
            <a:pPr>
              <a:buNone/>
            </a:pPr>
            <a:r>
              <a:rPr lang="en-US" dirty="0"/>
              <a:t>At one day they decide to exchange the cars, Mohamed wants to drive electric, and Ahmed misses the sound of a real combustion engine.</a:t>
            </a:r>
          </a:p>
          <a:p>
            <a:pPr>
              <a:buNone/>
            </a:pPr>
            <a:r>
              <a:rPr lang="en-US" dirty="0"/>
              <a:t>From Ahmeds’ point of view, he buys the car of Mohamed and he pays with his own car. For Mohamed it is just the other way around. He buys the car of Ahmed and he pays with his own car.</a:t>
            </a:r>
          </a:p>
          <a:p>
            <a:pPr>
              <a:buNone/>
            </a:pPr>
            <a:r>
              <a:rPr lang="en-US" dirty="0"/>
              <a:t>They agree to let the car being cleaned before the exchange takes place. The exchange will take place next Monday at Mohameds’ home, so Ahmed will drive his Tesla to Mohamed.</a:t>
            </a:r>
          </a:p>
          <a:p>
            <a:pPr>
              <a:buNone/>
            </a:pPr>
            <a:endParaRPr lang="en-US" dirty="0"/>
          </a:p>
        </p:txBody>
      </p:sp>
    </p:spTree>
    <p:extLst>
      <p:ext uri="{BB962C8B-B14F-4D97-AF65-F5344CB8AC3E}">
        <p14:creationId xmlns:p14="http://schemas.microsoft.com/office/powerpoint/2010/main" val="2571698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729BFA-698F-4DE6-755F-8CC6BC44FEA5}"/>
              </a:ext>
            </a:extLst>
          </p:cNvPr>
          <p:cNvSpPr>
            <a:spLocks noGrp="1"/>
          </p:cNvSpPr>
          <p:nvPr>
            <p:ph type="body" sz="quarter" idx="15"/>
          </p:nvPr>
        </p:nvSpPr>
        <p:spPr/>
        <p:txBody>
          <a:bodyPr/>
          <a:lstStyle/>
          <a:p>
            <a:r>
              <a:rPr lang="en-US" dirty="0"/>
              <a:t>Horus and Malum example (DEMO-3)</a:t>
            </a:r>
          </a:p>
        </p:txBody>
      </p:sp>
      <p:pic>
        <p:nvPicPr>
          <p:cNvPr id="6" name="Content Placeholder 5">
            <a:extLst>
              <a:ext uri="{FF2B5EF4-FFF2-40B4-BE49-F238E27FC236}">
                <a16:creationId xmlns:a16="http://schemas.microsoft.com/office/drawing/2014/main" id="{9C425697-04E4-21DB-3248-84F342F34A15}"/>
              </a:ext>
            </a:extLst>
          </p:cNvPr>
          <p:cNvPicPr>
            <a:picLocks noGrp="1" noChangeAspect="1"/>
          </p:cNvPicPr>
          <p:nvPr>
            <p:ph sz="quarter" idx="39"/>
          </p:nvPr>
        </p:nvPicPr>
        <p:blipFill>
          <a:blip r:embed="rId3"/>
          <a:stretch>
            <a:fillRect/>
          </a:stretch>
        </p:blipFill>
        <p:spPr>
          <a:xfrm>
            <a:off x="6554788" y="2108591"/>
            <a:ext cx="4802187" cy="3769531"/>
          </a:xfrm>
          <a:prstGeom prst="rect">
            <a:avLst/>
          </a:prstGeom>
          <a:noFill/>
        </p:spPr>
      </p:pic>
      <p:pic>
        <p:nvPicPr>
          <p:cNvPr id="8" name="Content Placeholder 7">
            <a:extLst>
              <a:ext uri="{FF2B5EF4-FFF2-40B4-BE49-F238E27FC236}">
                <a16:creationId xmlns:a16="http://schemas.microsoft.com/office/drawing/2014/main" id="{67CF3796-2C13-74C9-FB62-B8CF107EE627}"/>
              </a:ext>
            </a:extLst>
          </p:cNvPr>
          <p:cNvPicPr>
            <a:picLocks noGrp="1" noChangeAspect="1"/>
          </p:cNvPicPr>
          <p:nvPr>
            <p:ph sz="quarter" idx="40"/>
          </p:nvPr>
        </p:nvPicPr>
        <p:blipFill>
          <a:blip r:embed="rId4"/>
          <a:stretch>
            <a:fillRect/>
          </a:stretch>
        </p:blipFill>
        <p:spPr>
          <a:xfrm>
            <a:off x="835025" y="2187029"/>
            <a:ext cx="4802188" cy="3612655"/>
          </a:xfrm>
          <a:prstGeom prst="rect">
            <a:avLst/>
          </a:prstGeom>
          <a:noFill/>
        </p:spPr>
      </p:pic>
      <p:sp>
        <p:nvSpPr>
          <p:cNvPr id="9" name="TextBox 8">
            <a:extLst>
              <a:ext uri="{FF2B5EF4-FFF2-40B4-BE49-F238E27FC236}">
                <a16:creationId xmlns:a16="http://schemas.microsoft.com/office/drawing/2014/main" id="{55AE3150-37F4-CA46-D758-DD834F9C272E}"/>
              </a:ext>
            </a:extLst>
          </p:cNvPr>
          <p:cNvSpPr txBox="1"/>
          <p:nvPr/>
        </p:nvSpPr>
        <p:spPr>
          <a:xfrm>
            <a:off x="1035482" y="1276484"/>
            <a:ext cx="977348" cy="523220"/>
          </a:xfrm>
          <a:prstGeom prst="rect">
            <a:avLst/>
          </a:prstGeom>
          <a:noFill/>
        </p:spPr>
        <p:txBody>
          <a:bodyPr wrap="square" rtlCol="0">
            <a:spAutoFit/>
          </a:bodyPr>
          <a:lstStyle/>
          <a:p>
            <a:pPr algn="ctr"/>
            <a:r>
              <a:rPr lang="en-US" sz="1400" dirty="0"/>
              <a:t>HORTUS VIEW</a:t>
            </a:r>
          </a:p>
        </p:txBody>
      </p:sp>
      <p:sp>
        <p:nvSpPr>
          <p:cNvPr id="13" name="TextBox 12">
            <a:extLst>
              <a:ext uri="{FF2B5EF4-FFF2-40B4-BE49-F238E27FC236}">
                <a16:creationId xmlns:a16="http://schemas.microsoft.com/office/drawing/2014/main" id="{1583380F-EC0D-6DC2-A558-2D2CD4813E01}"/>
              </a:ext>
            </a:extLst>
          </p:cNvPr>
          <p:cNvSpPr txBox="1"/>
          <p:nvPr/>
        </p:nvSpPr>
        <p:spPr>
          <a:xfrm>
            <a:off x="6783550" y="1288557"/>
            <a:ext cx="977348" cy="523220"/>
          </a:xfrm>
          <a:prstGeom prst="rect">
            <a:avLst/>
          </a:prstGeom>
          <a:noFill/>
        </p:spPr>
        <p:txBody>
          <a:bodyPr wrap="square" rtlCol="0">
            <a:spAutoFit/>
          </a:bodyPr>
          <a:lstStyle/>
          <a:p>
            <a:pPr algn="ctr"/>
            <a:r>
              <a:rPr lang="en-US" sz="1400" dirty="0"/>
              <a:t>MALUM VIEW</a:t>
            </a:r>
          </a:p>
        </p:txBody>
      </p:sp>
    </p:spTree>
    <p:extLst>
      <p:ext uri="{BB962C8B-B14F-4D97-AF65-F5344CB8AC3E}">
        <p14:creationId xmlns:p14="http://schemas.microsoft.com/office/powerpoint/2010/main" val="1554723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87">
            <a:extLst>
              <a:ext uri="{FF2B5EF4-FFF2-40B4-BE49-F238E27FC236}">
                <a16:creationId xmlns:a16="http://schemas.microsoft.com/office/drawing/2014/main" id="{4A94F0A8-95B2-FFE7-B106-0A96A53AC499}"/>
              </a:ext>
            </a:extLst>
          </p:cNvPr>
          <p:cNvSpPr/>
          <p:nvPr/>
        </p:nvSpPr>
        <p:spPr>
          <a:xfrm>
            <a:off x="10764948" y="3476084"/>
            <a:ext cx="587886" cy="58788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TextBox 89">
            <a:extLst>
              <a:ext uri="{FF2B5EF4-FFF2-40B4-BE49-F238E27FC236}">
                <a16:creationId xmlns:a16="http://schemas.microsoft.com/office/drawing/2014/main" id="{6EEE4FFD-EC90-6FF3-FA85-A7D798DC1B04}"/>
              </a:ext>
            </a:extLst>
          </p:cNvPr>
          <p:cNvSpPr txBox="1"/>
          <p:nvPr/>
        </p:nvSpPr>
        <p:spPr>
          <a:xfrm>
            <a:off x="10561730" y="3787983"/>
            <a:ext cx="1004874" cy="230832"/>
          </a:xfrm>
          <a:prstGeom prst="rect">
            <a:avLst/>
          </a:prstGeom>
          <a:noFill/>
        </p:spPr>
        <p:txBody>
          <a:bodyPr wrap="square">
            <a:spAutoFit/>
          </a:bodyPr>
          <a:lstStyle/>
          <a:p>
            <a:pPr algn="ctr"/>
            <a:r>
              <a:rPr lang="en-US" sz="900" dirty="0"/>
              <a:t>deliverer</a:t>
            </a:r>
            <a:endParaRPr lang="en-US" sz="1100" dirty="0"/>
          </a:p>
        </p:txBody>
      </p:sp>
      <p:sp>
        <p:nvSpPr>
          <p:cNvPr id="92" name="TextBox 91">
            <a:extLst>
              <a:ext uri="{FF2B5EF4-FFF2-40B4-BE49-F238E27FC236}">
                <a16:creationId xmlns:a16="http://schemas.microsoft.com/office/drawing/2014/main" id="{C0D2D62C-AAC1-8A0C-26CE-D1C5D4E79D10}"/>
              </a:ext>
            </a:extLst>
          </p:cNvPr>
          <p:cNvSpPr txBox="1"/>
          <p:nvPr/>
        </p:nvSpPr>
        <p:spPr>
          <a:xfrm>
            <a:off x="10561730" y="3511330"/>
            <a:ext cx="1004874" cy="261610"/>
          </a:xfrm>
          <a:prstGeom prst="rect">
            <a:avLst/>
          </a:prstGeom>
          <a:noFill/>
        </p:spPr>
        <p:txBody>
          <a:bodyPr wrap="square">
            <a:spAutoFit/>
          </a:bodyPr>
          <a:lstStyle/>
          <a:p>
            <a:pPr algn="ctr"/>
            <a:r>
              <a:rPr lang="en-US" sz="1100" dirty="0"/>
              <a:t>AR03</a:t>
            </a:r>
          </a:p>
        </p:txBody>
      </p:sp>
      <p:sp>
        <p:nvSpPr>
          <p:cNvPr id="24" name="Rectangle 23">
            <a:extLst>
              <a:ext uri="{FF2B5EF4-FFF2-40B4-BE49-F238E27FC236}">
                <a16:creationId xmlns:a16="http://schemas.microsoft.com/office/drawing/2014/main" id="{0EA847E1-1FC4-F3D7-B89C-8F0711689B75}"/>
              </a:ext>
            </a:extLst>
          </p:cNvPr>
          <p:cNvSpPr/>
          <p:nvPr/>
        </p:nvSpPr>
        <p:spPr>
          <a:xfrm>
            <a:off x="1265664" y="2637263"/>
            <a:ext cx="1990157" cy="2280425"/>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9BC6E0DB-D96C-E169-AD41-630C75225552}"/>
              </a:ext>
            </a:extLst>
          </p:cNvPr>
          <p:cNvSpPr>
            <a:spLocks noGrp="1"/>
          </p:cNvSpPr>
          <p:nvPr>
            <p:ph type="body" sz="quarter" idx="15"/>
          </p:nvPr>
        </p:nvSpPr>
        <p:spPr/>
        <p:txBody>
          <a:bodyPr/>
          <a:lstStyle/>
          <a:p>
            <a:r>
              <a:rPr lang="en-US" dirty="0"/>
              <a:t>DEMO-3 OCD (equivalent CSD DEMO-4)</a:t>
            </a:r>
          </a:p>
        </p:txBody>
      </p:sp>
      <p:sp>
        <p:nvSpPr>
          <p:cNvPr id="6" name="Rectangle 5">
            <a:extLst>
              <a:ext uri="{FF2B5EF4-FFF2-40B4-BE49-F238E27FC236}">
                <a16:creationId xmlns:a16="http://schemas.microsoft.com/office/drawing/2014/main" id="{DADDF75C-909C-1914-EF50-3C042218C0BA}"/>
              </a:ext>
            </a:extLst>
          </p:cNvPr>
          <p:cNvSpPr/>
          <p:nvPr/>
        </p:nvSpPr>
        <p:spPr>
          <a:xfrm>
            <a:off x="4262519" y="2991624"/>
            <a:ext cx="822122" cy="1604843"/>
          </a:xfrm>
          <a:prstGeom prst="rect">
            <a:avLst/>
          </a:prstGeom>
          <a:solidFill>
            <a:schemeClr val="bg1">
              <a:lumMod val="75000"/>
            </a:schemeClr>
          </a:solidFill>
          <a:ln w="381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E21F0C-ECD0-E8BD-3825-52B1BB66E420}"/>
              </a:ext>
            </a:extLst>
          </p:cNvPr>
          <p:cNvGrpSpPr/>
          <p:nvPr/>
        </p:nvGrpSpPr>
        <p:grpSpPr>
          <a:xfrm>
            <a:off x="2998513" y="3031015"/>
            <a:ext cx="522000" cy="522000"/>
            <a:chOff x="4730449" y="1754609"/>
            <a:chExt cx="522000" cy="522000"/>
          </a:xfrm>
        </p:grpSpPr>
        <p:sp>
          <p:nvSpPr>
            <p:cNvPr id="10" name="Oval 9">
              <a:extLst>
                <a:ext uri="{FF2B5EF4-FFF2-40B4-BE49-F238E27FC236}">
                  <a16:creationId xmlns:a16="http://schemas.microsoft.com/office/drawing/2014/main" id="{211212E1-040C-22E6-06DF-517EEDDCC23C}"/>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303FEAA-E168-6F12-12BA-4AD017AB3E11}"/>
                </a:ext>
              </a:extLst>
            </p:cNvPr>
            <p:cNvSpPr/>
            <p:nvPr/>
          </p:nvSpPr>
          <p:spPr>
            <a:xfrm rot="2676523">
              <a:off x="4811449" y="1835609"/>
              <a:ext cx="360000" cy="3600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TextBox 11">
            <a:extLst>
              <a:ext uri="{FF2B5EF4-FFF2-40B4-BE49-F238E27FC236}">
                <a16:creationId xmlns:a16="http://schemas.microsoft.com/office/drawing/2014/main" id="{965BE4CC-3A32-60E8-B6A3-9230B80FF52F}"/>
              </a:ext>
            </a:extLst>
          </p:cNvPr>
          <p:cNvSpPr txBox="1"/>
          <p:nvPr/>
        </p:nvSpPr>
        <p:spPr>
          <a:xfrm>
            <a:off x="2998513" y="3153515"/>
            <a:ext cx="510076" cy="276999"/>
          </a:xfrm>
          <a:prstGeom prst="rect">
            <a:avLst/>
          </a:prstGeom>
          <a:noFill/>
        </p:spPr>
        <p:txBody>
          <a:bodyPr wrap="none" rtlCol="0">
            <a:spAutoFit/>
          </a:bodyPr>
          <a:lstStyle/>
          <a:p>
            <a:r>
              <a:rPr lang="en-US" sz="1200" dirty="0">
                <a:solidFill>
                  <a:schemeClr val="bg1"/>
                </a:solidFill>
              </a:rPr>
              <a:t>TK01</a:t>
            </a:r>
          </a:p>
        </p:txBody>
      </p:sp>
      <p:grpSp>
        <p:nvGrpSpPr>
          <p:cNvPr id="13" name="Group 12">
            <a:extLst>
              <a:ext uri="{FF2B5EF4-FFF2-40B4-BE49-F238E27FC236}">
                <a16:creationId xmlns:a16="http://schemas.microsoft.com/office/drawing/2014/main" id="{BC5B9DCA-FE3B-92D4-2833-3125CB8B606E}"/>
              </a:ext>
            </a:extLst>
          </p:cNvPr>
          <p:cNvGrpSpPr/>
          <p:nvPr/>
        </p:nvGrpSpPr>
        <p:grpSpPr>
          <a:xfrm>
            <a:off x="3000783" y="4002135"/>
            <a:ext cx="522000" cy="522000"/>
            <a:chOff x="4730449" y="1754609"/>
            <a:chExt cx="522000" cy="522000"/>
          </a:xfrm>
        </p:grpSpPr>
        <p:sp>
          <p:nvSpPr>
            <p:cNvPr id="14" name="Oval 13">
              <a:extLst>
                <a:ext uri="{FF2B5EF4-FFF2-40B4-BE49-F238E27FC236}">
                  <a16:creationId xmlns:a16="http://schemas.microsoft.com/office/drawing/2014/main" id="{DB9B47F1-FAE6-4E7C-E42A-FBA30D11FDA0}"/>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816BE9C2-0438-931B-4105-E1EB2328171B}"/>
                </a:ext>
              </a:extLst>
            </p:cNvPr>
            <p:cNvSpPr/>
            <p:nvPr/>
          </p:nvSpPr>
          <p:spPr>
            <a:xfrm rot="2676523">
              <a:off x="4811449" y="1835609"/>
              <a:ext cx="360000" cy="3600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extBox 15">
            <a:extLst>
              <a:ext uri="{FF2B5EF4-FFF2-40B4-BE49-F238E27FC236}">
                <a16:creationId xmlns:a16="http://schemas.microsoft.com/office/drawing/2014/main" id="{49B17AC4-82A2-BF5F-26A5-30C34ADA08DC}"/>
              </a:ext>
            </a:extLst>
          </p:cNvPr>
          <p:cNvSpPr txBox="1"/>
          <p:nvPr/>
        </p:nvSpPr>
        <p:spPr>
          <a:xfrm>
            <a:off x="3000783" y="4124635"/>
            <a:ext cx="510076" cy="276999"/>
          </a:xfrm>
          <a:prstGeom prst="rect">
            <a:avLst/>
          </a:prstGeom>
          <a:noFill/>
        </p:spPr>
        <p:txBody>
          <a:bodyPr wrap="none" rtlCol="0">
            <a:spAutoFit/>
          </a:bodyPr>
          <a:lstStyle/>
          <a:p>
            <a:r>
              <a:rPr lang="en-US" sz="1200" dirty="0">
                <a:solidFill>
                  <a:schemeClr val="bg1"/>
                </a:solidFill>
              </a:rPr>
              <a:t>TK02</a:t>
            </a:r>
          </a:p>
        </p:txBody>
      </p:sp>
      <p:sp>
        <p:nvSpPr>
          <p:cNvPr id="18" name="Rectangle 17">
            <a:extLst>
              <a:ext uri="{FF2B5EF4-FFF2-40B4-BE49-F238E27FC236}">
                <a16:creationId xmlns:a16="http://schemas.microsoft.com/office/drawing/2014/main" id="{DD726B26-D045-0BCF-7E16-5866CD0BD542}"/>
              </a:ext>
            </a:extLst>
          </p:cNvPr>
          <p:cNvSpPr/>
          <p:nvPr/>
        </p:nvSpPr>
        <p:spPr>
          <a:xfrm>
            <a:off x="1660267" y="2998072"/>
            <a:ext cx="587886" cy="58788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79AA47D9-CAB9-89F7-9584-E9197A349189}"/>
              </a:ext>
            </a:extLst>
          </p:cNvPr>
          <p:cNvSpPr/>
          <p:nvPr/>
        </p:nvSpPr>
        <p:spPr>
          <a:xfrm>
            <a:off x="1660267" y="4008582"/>
            <a:ext cx="587886" cy="58788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77BB61ED-A204-B4A4-4801-3ADB7987C39A}"/>
              </a:ext>
            </a:extLst>
          </p:cNvPr>
          <p:cNvSpPr/>
          <p:nvPr/>
        </p:nvSpPr>
        <p:spPr>
          <a:xfrm>
            <a:off x="6500318" y="2991624"/>
            <a:ext cx="822122" cy="1604843"/>
          </a:xfrm>
          <a:prstGeom prst="rect">
            <a:avLst/>
          </a:prstGeom>
          <a:solidFill>
            <a:schemeClr val="bg1">
              <a:lumMod val="75000"/>
            </a:schemeClr>
          </a:solidFill>
          <a:ln w="381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BA95EFF0-64F0-D463-9034-832ED9EB5C47}"/>
              </a:ext>
            </a:extLst>
          </p:cNvPr>
          <p:cNvCxnSpPr>
            <a:stCxn id="18" idx="3"/>
            <a:endCxn id="12" idx="1"/>
          </p:cNvCxnSpPr>
          <p:nvPr/>
        </p:nvCxnSpPr>
        <p:spPr>
          <a:xfrm>
            <a:off x="2248153" y="3292015"/>
            <a:ext cx="750360" cy="0"/>
          </a:xfrm>
          <a:prstGeom prst="line">
            <a:avLst/>
          </a:prstGeom>
        </p:spPr>
        <p:style>
          <a:lnRef idx="2">
            <a:schemeClr val="dk1"/>
          </a:lnRef>
          <a:fillRef idx="0">
            <a:schemeClr val="dk1"/>
          </a:fillRef>
          <a:effectRef idx="1">
            <a:schemeClr val="dk1"/>
          </a:effectRef>
          <a:fontRef idx="minor">
            <a:schemeClr val="tx1"/>
          </a:fontRef>
        </p:style>
      </p:cxnSp>
      <p:cxnSp>
        <p:nvCxnSpPr>
          <p:cNvPr id="29" name="Straight Connector 28">
            <a:extLst>
              <a:ext uri="{FF2B5EF4-FFF2-40B4-BE49-F238E27FC236}">
                <a16:creationId xmlns:a16="http://schemas.microsoft.com/office/drawing/2014/main" id="{D84EB88F-2974-8D96-24E2-9AEA01D1B716}"/>
              </a:ext>
            </a:extLst>
          </p:cNvPr>
          <p:cNvCxnSpPr>
            <a:stCxn id="10" idx="6"/>
          </p:cNvCxnSpPr>
          <p:nvPr/>
        </p:nvCxnSpPr>
        <p:spPr>
          <a:xfrm>
            <a:off x="3520513" y="3292015"/>
            <a:ext cx="742006"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8FF07DE1-9CBC-3896-86B3-D239EEED287E}"/>
              </a:ext>
            </a:extLst>
          </p:cNvPr>
          <p:cNvCxnSpPr/>
          <p:nvPr/>
        </p:nvCxnSpPr>
        <p:spPr>
          <a:xfrm>
            <a:off x="3508589" y="4252879"/>
            <a:ext cx="742006" cy="0"/>
          </a:xfrm>
          <a:prstGeom prst="line">
            <a:avLst/>
          </a:prstGeom>
        </p:spPr>
        <p:style>
          <a:lnRef idx="2">
            <a:schemeClr val="dk1"/>
          </a:lnRef>
          <a:fillRef idx="0">
            <a:schemeClr val="dk1"/>
          </a:fillRef>
          <a:effectRef idx="1">
            <a:schemeClr val="dk1"/>
          </a:effectRef>
          <a:fontRef idx="minor">
            <a:schemeClr val="tx1"/>
          </a:fontRef>
        </p:style>
      </p:cxnSp>
      <p:cxnSp>
        <p:nvCxnSpPr>
          <p:cNvPr id="31" name="Straight Connector 30">
            <a:extLst>
              <a:ext uri="{FF2B5EF4-FFF2-40B4-BE49-F238E27FC236}">
                <a16:creationId xmlns:a16="http://schemas.microsoft.com/office/drawing/2014/main" id="{7AB359FE-07F8-18C2-6561-6CD730B6DD5A}"/>
              </a:ext>
            </a:extLst>
          </p:cNvPr>
          <p:cNvCxnSpPr/>
          <p:nvPr/>
        </p:nvCxnSpPr>
        <p:spPr>
          <a:xfrm>
            <a:off x="2254600" y="4257143"/>
            <a:ext cx="750360" cy="0"/>
          </a:xfrm>
          <a:prstGeom prst="line">
            <a:avLst/>
          </a:prstGeom>
        </p:spPr>
        <p:style>
          <a:lnRef idx="2">
            <a:schemeClr val="dk1"/>
          </a:lnRef>
          <a:fillRef idx="0">
            <a:schemeClr val="dk1"/>
          </a:fillRef>
          <a:effectRef idx="1">
            <a:schemeClr val="dk1"/>
          </a:effectRef>
          <a:fontRef idx="minor">
            <a:schemeClr val="tx1"/>
          </a:fontRef>
        </p:style>
      </p:cxnSp>
      <p:sp>
        <p:nvSpPr>
          <p:cNvPr id="32" name="Rectangle 31">
            <a:extLst>
              <a:ext uri="{FF2B5EF4-FFF2-40B4-BE49-F238E27FC236}">
                <a16:creationId xmlns:a16="http://schemas.microsoft.com/office/drawing/2014/main" id="{718CDF67-8EE9-9019-A27D-6D605F3EC62F}"/>
              </a:ext>
            </a:extLst>
          </p:cNvPr>
          <p:cNvSpPr/>
          <p:nvPr/>
        </p:nvSpPr>
        <p:spPr>
          <a:xfrm rot="2775148">
            <a:off x="4221958" y="3248920"/>
            <a:ext cx="81120" cy="811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0A9F409C-F31F-FD4E-D76E-B902796262C3}"/>
              </a:ext>
            </a:extLst>
          </p:cNvPr>
          <p:cNvSpPr/>
          <p:nvPr/>
        </p:nvSpPr>
        <p:spPr>
          <a:xfrm rot="2775148">
            <a:off x="2208078" y="4222574"/>
            <a:ext cx="81120" cy="811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51FA0E36-9FDE-0957-8A48-F9902A4E016A}"/>
              </a:ext>
            </a:extLst>
          </p:cNvPr>
          <p:cNvSpPr txBox="1"/>
          <p:nvPr/>
        </p:nvSpPr>
        <p:spPr>
          <a:xfrm>
            <a:off x="4289423" y="3638975"/>
            <a:ext cx="768314" cy="276999"/>
          </a:xfrm>
          <a:prstGeom prst="rect">
            <a:avLst/>
          </a:prstGeom>
          <a:noFill/>
        </p:spPr>
        <p:txBody>
          <a:bodyPr wrap="square">
            <a:spAutoFit/>
          </a:bodyPr>
          <a:lstStyle/>
          <a:p>
            <a:pPr algn="ctr"/>
            <a:r>
              <a:rPr lang="en-US" sz="1200" dirty="0"/>
              <a:t>AHMED</a:t>
            </a:r>
            <a:endParaRPr lang="en-US" dirty="0"/>
          </a:p>
        </p:txBody>
      </p:sp>
      <p:sp>
        <p:nvSpPr>
          <p:cNvPr id="38" name="TextBox 37">
            <a:extLst>
              <a:ext uri="{FF2B5EF4-FFF2-40B4-BE49-F238E27FC236}">
                <a16:creationId xmlns:a16="http://schemas.microsoft.com/office/drawing/2014/main" id="{3F6C8809-00C6-43C7-C0BB-26F4CBDC1F87}"/>
              </a:ext>
            </a:extLst>
          </p:cNvPr>
          <p:cNvSpPr txBox="1"/>
          <p:nvPr/>
        </p:nvSpPr>
        <p:spPr>
          <a:xfrm>
            <a:off x="1265664" y="2326885"/>
            <a:ext cx="1990157" cy="276999"/>
          </a:xfrm>
          <a:prstGeom prst="rect">
            <a:avLst/>
          </a:prstGeom>
          <a:noFill/>
        </p:spPr>
        <p:txBody>
          <a:bodyPr wrap="square">
            <a:spAutoFit/>
          </a:bodyPr>
          <a:lstStyle/>
          <a:p>
            <a:r>
              <a:rPr lang="en-US" sz="1200" dirty="0"/>
              <a:t>CA01: MOHAMED </a:t>
            </a:r>
            <a:endParaRPr lang="en-US" dirty="0"/>
          </a:p>
        </p:txBody>
      </p:sp>
      <p:sp>
        <p:nvSpPr>
          <p:cNvPr id="40" name="TextBox 39">
            <a:extLst>
              <a:ext uri="{FF2B5EF4-FFF2-40B4-BE49-F238E27FC236}">
                <a16:creationId xmlns:a16="http://schemas.microsoft.com/office/drawing/2014/main" id="{483806DA-878A-F9C8-897A-FF9D62149ABD}"/>
              </a:ext>
            </a:extLst>
          </p:cNvPr>
          <p:cNvSpPr txBox="1"/>
          <p:nvPr/>
        </p:nvSpPr>
        <p:spPr>
          <a:xfrm>
            <a:off x="1451773" y="3329650"/>
            <a:ext cx="1004874" cy="230832"/>
          </a:xfrm>
          <a:prstGeom prst="rect">
            <a:avLst/>
          </a:prstGeom>
          <a:noFill/>
        </p:spPr>
        <p:txBody>
          <a:bodyPr wrap="square">
            <a:spAutoFit/>
          </a:bodyPr>
          <a:lstStyle/>
          <a:p>
            <a:pPr algn="ctr"/>
            <a:r>
              <a:rPr lang="en-US" sz="900" dirty="0"/>
              <a:t>purchaser</a:t>
            </a:r>
            <a:endParaRPr lang="en-US" sz="1100" dirty="0"/>
          </a:p>
        </p:txBody>
      </p:sp>
      <p:sp>
        <p:nvSpPr>
          <p:cNvPr id="42" name="TextBox 41">
            <a:extLst>
              <a:ext uri="{FF2B5EF4-FFF2-40B4-BE49-F238E27FC236}">
                <a16:creationId xmlns:a16="http://schemas.microsoft.com/office/drawing/2014/main" id="{716D2762-0D53-E894-16C7-EC5096C7FD8F}"/>
              </a:ext>
            </a:extLst>
          </p:cNvPr>
          <p:cNvSpPr txBox="1"/>
          <p:nvPr/>
        </p:nvSpPr>
        <p:spPr>
          <a:xfrm>
            <a:off x="1451773" y="3052997"/>
            <a:ext cx="1004874" cy="261610"/>
          </a:xfrm>
          <a:prstGeom prst="rect">
            <a:avLst/>
          </a:prstGeom>
          <a:noFill/>
        </p:spPr>
        <p:txBody>
          <a:bodyPr wrap="square">
            <a:spAutoFit/>
          </a:bodyPr>
          <a:lstStyle/>
          <a:p>
            <a:pPr algn="ctr"/>
            <a:r>
              <a:rPr lang="en-US" sz="1100" dirty="0" err="1"/>
              <a:t>ARxx</a:t>
            </a:r>
            <a:endParaRPr lang="en-US" sz="1100" dirty="0"/>
          </a:p>
        </p:txBody>
      </p:sp>
      <p:sp>
        <p:nvSpPr>
          <p:cNvPr id="44" name="TextBox 43">
            <a:extLst>
              <a:ext uri="{FF2B5EF4-FFF2-40B4-BE49-F238E27FC236}">
                <a16:creationId xmlns:a16="http://schemas.microsoft.com/office/drawing/2014/main" id="{1CC668C0-BDE5-52E2-2ADF-1D654CD5407D}"/>
              </a:ext>
            </a:extLst>
          </p:cNvPr>
          <p:cNvSpPr txBox="1"/>
          <p:nvPr/>
        </p:nvSpPr>
        <p:spPr>
          <a:xfrm>
            <a:off x="2748722" y="3504383"/>
            <a:ext cx="1004874" cy="369332"/>
          </a:xfrm>
          <a:prstGeom prst="rect">
            <a:avLst/>
          </a:prstGeom>
          <a:noFill/>
        </p:spPr>
        <p:txBody>
          <a:bodyPr wrap="square">
            <a:spAutoFit/>
          </a:bodyPr>
          <a:lstStyle/>
          <a:p>
            <a:pPr algn="ctr"/>
            <a:r>
              <a:rPr lang="en-US" sz="900" dirty="0"/>
              <a:t>purchase</a:t>
            </a:r>
          </a:p>
          <a:p>
            <a:pPr algn="ctr"/>
            <a:r>
              <a:rPr lang="en-US" sz="900" dirty="0"/>
              <a:t>completing</a:t>
            </a:r>
            <a:endParaRPr lang="en-US" sz="1100" dirty="0"/>
          </a:p>
        </p:txBody>
      </p:sp>
      <p:sp>
        <p:nvSpPr>
          <p:cNvPr id="46" name="TextBox 45">
            <a:extLst>
              <a:ext uri="{FF2B5EF4-FFF2-40B4-BE49-F238E27FC236}">
                <a16:creationId xmlns:a16="http://schemas.microsoft.com/office/drawing/2014/main" id="{5371A4F3-86FF-E341-9C2E-DA4705281902}"/>
              </a:ext>
            </a:extLst>
          </p:cNvPr>
          <p:cNvSpPr txBox="1"/>
          <p:nvPr/>
        </p:nvSpPr>
        <p:spPr>
          <a:xfrm>
            <a:off x="1457049" y="4320481"/>
            <a:ext cx="1004874" cy="230832"/>
          </a:xfrm>
          <a:prstGeom prst="rect">
            <a:avLst/>
          </a:prstGeom>
          <a:noFill/>
        </p:spPr>
        <p:txBody>
          <a:bodyPr wrap="square">
            <a:spAutoFit/>
          </a:bodyPr>
          <a:lstStyle/>
          <a:p>
            <a:pPr algn="ctr"/>
            <a:r>
              <a:rPr lang="en-US" sz="900" dirty="0"/>
              <a:t>payer</a:t>
            </a:r>
            <a:endParaRPr lang="en-US" sz="1100" dirty="0"/>
          </a:p>
        </p:txBody>
      </p:sp>
      <p:sp>
        <p:nvSpPr>
          <p:cNvPr id="48" name="TextBox 47">
            <a:extLst>
              <a:ext uri="{FF2B5EF4-FFF2-40B4-BE49-F238E27FC236}">
                <a16:creationId xmlns:a16="http://schemas.microsoft.com/office/drawing/2014/main" id="{CEDE6581-64A8-EF15-B798-2BA93A6B5AD7}"/>
              </a:ext>
            </a:extLst>
          </p:cNvPr>
          <p:cNvSpPr txBox="1"/>
          <p:nvPr/>
        </p:nvSpPr>
        <p:spPr>
          <a:xfrm>
            <a:off x="1457049" y="4043828"/>
            <a:ext cx="1004874" cy="261610"/>
          </a:xfrm>
          <a:prstGeom prst="rect">
            <a:avLst/>
          </a:prstGeom>
          <a:noFill/>
        </p:spPr>
        <p:txBody>
          <a:bodyPr wrap="square">
            <a:spAutoFit/>
          </a:bodyPr>
          <a:lstStyle/>
          <a:p>
            <a:pPr algn="ctr"/>
            <a:r>
              <a:rPr lang="en-US" sz="1100" dirty="0"/>
              <a:t>AR02</a:t>
            </a:r>
          </a:p>
        </p:txBody>
      </p:sp>
      <p:sp>
        <p:nvSpPr>
          <p:cNvPr id="49" name="Rectangle 48">
            <a:extLst>
              <a:ext uri="{FF2B5EF4-FFF2-40B4-BE49-F238E27FC236}">
                <a16:creationId xmlns:a16="http://schemas.microsoft.com/office/drawing/2014/main" id="{3A298F3B-78F1-850D-7C2A-ECA6EB5C78D0}"/>
              </a:ext>
            </a:extLst>
          </p:cNvPr>
          <p:cNvSpPr/>
          <p:nvPr/>
        </p:nvSpPr>
        <p:spPr>
          <a:xfrm>
            <a:off x="8099648" y="2570076"/>
            <a:ext cx="3311658" cy="2280425"/>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BEA96280-B694-F57D-91D5-0DA92DC1B3A6}"/>
              </a:ext>
            </a:extLst>
          </p:cNvPr>
          <p:cNvGrpSpPr/>
          <p:nvPr/>
        </p:nvGrpSpPr>
        <p:grpSpPr>
          <a:xfrm>
            <a:off x="7854422" y="3041093"/>
            <a:ext cx="522000" cy="522000"/>
            <a:chOff x="4730449" y="1754609"/>
            <a:chExt cx="522000" cy="522000"/>
          </a:xfrm>
        </p:grpSpPr>
        <p:sp>
          <p:nvSpPr>
            <p:cNvPr id="51" name="Oval 50">
              <a:extLst>
                <a:ext uri="{FF2B5EF4-FFF2-40B4-BE49-F238E27FC236}">
                  <a16:creationId xmlns:a16="http://schemas.microsoft.com/office/drawing/2014/main" id="{769B0EF1-2E92-9AF0-CFA9-DAFB19340F90}"/>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C09252ED-7061-71D4-A0E7-D259E1AA466E}"/>
                </a:ext>
              </a:extLst>
            </p:cNvPr>
            <p:cNvSpPr/>
            <p:nvPr/>
          </p:nvSpPr>
          <p:spPr>
            <a:xfrm rot="2676523">
              <a:off x="4811449" y="1835609"/>
              <a:ext cx="360000" cy="3600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3" name="TextBox 52">
            <a:extLst>
              <a:ext uri="{FF2B5EF4-FFF2-40B4-BE49-F238E27FC236}">
                <a16:creationId xmlns:a16="http://schemas.microsoft.com/office/drawing/2014/main" id="{7F6C3C29-55BD-4C0C-CEBE-7620AC6D4D85}"/>
              </a:ext>
            </a:extLst>
          </p:cNvPr>
          <p:cNvSpPr txBox="1"/>
          <p:nvPr/>
        </p:nvSpPr>
        <p:spPr>
          <a:xfrm>
            <a:off x="7854422" y="3163593"/>
            <a:ext cx="510076" cy="276999"/>
          </a:xfrm>
          <a:prstGeom prst="rect">
            <a:avLst/>
          </a:prstGeom>
          <a:noFill/>
        </p:spPr>
        <p:txBody>
          <a:bodyPr wrap="none" rtlCol="0">
            <a:spAutoFit/>
          </a:bodyPr>
          <a:lstStyle/>
          <a:p>
            <a:r>
              <a:rPr lang="en-US" sz="1200" dirty="0">
                <a:solidFill>
                  <a:schemeClr val="bg1"/>
                </a:solidFill>
              </a:rPr>
              <a:t>TK01</a:t>
            </a:r>
          </a:p>
        </p:txBody>
      </p:sp>
      <p:grpSp>
        <p:nvGrpSpPr>
          <p:cNvPr id="54" name="Group 53">
            <a:extLst>
              <a:ext uri="{FF2B5EF4-FFF2-40B4-BE49-F238E27FC236}">
                <a16:creationId xmlns:a16="http://schemas.microsoft.com/office/drawing/2014/main" id="{8E6F25A6-9AA5-A1EA-04C0-E53BE5548C03}"/>
              </a:ext>
            </a:extLst>
          </p:cNvPr>
          <p:cNvGrpSpPr/>
          <p:nvPr/>
        </p:nvGrpSpPr>
        <p:grpSpPr>
          <a:xfrm>
            <a:off x="7856692" y="4012213"/>
            <a:ext cx="522000" cy="522000"/>
            <a:chOff x="4730449" y="1754609"/>
            <a:chExt cx="522000" cy="522000"/>
          </a:xfrm>
        </p:grpSpPr>
        <p:sp>
          <p:nvSpPr>
            <p:cNvPr id="55" name="Oval 54">
              <a:extLst>
                <a:ext uri="{FF2B5EF4-FFF2-40B4-BE49-F238E27FC236}">
                  <a16:creationId xmlns:a16="http://schemas.microsoft.com/office/drawing/2014/main" id="{EA89A27E-D11F-D0D6-7A0F-F7A63100E598}"/>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C5BFFAC1-2965-2933-D2F9-1ABEFDB0884A}"/>
                </a:ext>
              </a:extLst>
            </p:cNvPr>
            <p:cNvSpPr/>
            <p:nvPr/>
          </p:nvSpPr>
          <p:spPr>
            <a:xfrm rot="2676523">
              <a:off x="4811449" y="1835609"/>
              <a:ext cx="360000" cy="3600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7" name="TextBox 56">
            <a:extLst>
              <a:ext uri="{FF2B5EF4-FFF2-40B4-BE49-F238E27FC236}">
                <a16:creationId xmlns:a16="http://schemas.microsoft.com/office/drawing/2014/main" id="{3EA49A7D-645F-A890-3A6A-93588483922C}"/>
              </a:ext>
            </a:extLst>
          </p:cNvPr>
          <p:cNvSpPr txBox="1"/>
          <p:nvPr/>
        </p:nvSpPr>
        <p:spPr>
          <a:xfrm>
            <a:off x="7856692" y="4134713"/>
            <a:ext cx="510076" cy="276999"/>
          </a:xfrm>
          <a:prstGeom prst="rect">
            <a:avLst/>
          </a:prstGeom>
          <a:noFill/>
        </p:spPr>
        <p:txBody>
          <a:bodyPr wrap="none" rtlCol="0">
            <a:spAutoFit/>
          </a:bodyPr>
          <a:lstStyle/>
          <a:p>
            <a:r>
              <a:rPr lang="en-US" sz="1200" dirty="0">
                <a:solidFill>
                  <a:schemeClr val="bg1"/>
                </a:solidFill>
              </a:rPr>
              <a:t>TK02</a:t>
            </a:r>
          </a:p>
        </p:txBody>
      </p:sp>
      <p:sp>
        <p:nvSpPr>
          <p:cNvPr id="58" name="Rectangle 57">
            <a:extLst>
              <a:ext uri="{FF2B5EF4-FFF2-40B4-BE49-F238E27FC236}">
                <a16:creationId xmlns:a16="http://schemas.microsoft.com/office/drawing/2014/main" id="{455DF417-43BE-62B2-158B-B79D1DDC19EC}"/>
              </a:ext>
            </a:extLst>
          </p:cNvPr>
          <p:cNvSpPr/>
          <p:nvPr/>
        </p:nvSpPr>
        <p:spPr>
          <a:xfrm>
            <a:off x="8836235" y="3005209"/>
            <a:ext cx="587886" cy="159125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0" name="Straight Connector 59">
            <a:extLst>
              <a:ext uri="{FF2B5EF4-FFF2-40B4-BE49-F238E27FC236}">
                <a16:creationId xmlns:a16="http://schemas.microsoft.com/office/drawing/2014/main" id="{6E8D9867-027A-1AC6-6FD8-1978BEAC07F2}"/>
              </a:ext>
            </a:extLst>
          </p:cNvPr>
          <p:cNvCxnSpPr>
            <a:cxnSpLocks/>
            <a:endCxn id="53" idx="1"/>
          </p:cNvCxnSpPr>
          <p:nvPr/>
        </p:nvCxnSpPr>
        <p:spPr>
          <a:xfrm>
            <a:off x="7311460" y="3299153"/>
            <a:ext cx="542962" cy="2940"/>
          </a:xfrm>
          <a:prstGeom prst="line">
            <a:avLst/>
          </a:prstGeom>
        </p:spPr>
        <p:style>
          <a:lnRef idx="2">
            <a:schemeClr val="dk1"/>
          </a:lnRef>
          <a:fillRef idx="0">
            <a:schemeClr val="dk1"/>
          </a:fillRef>
          <a:effectRef idx="1">
            <a:schemeClr val="dk1"/>
          </a:effectRef>
          <a:fontRef idx="minor">
            <a:schemeClr val="tx1"/>
          </a:fontRef>
        </p:style>
      </p:cxnSp>
      <p:cxnSp>
        <p:nvCxnSpPr>
          <p:cNvPr id="61" name="Straight Connector 60">
            <a:extLst>
              <a:ext uri="{FF2B5EF4-FFF2-40B4-BE49-F238E27FC236}">
                <a16:creationId xmlns:a16="http://schemas.microsoft.com/office/drawing/2014/main" id="{10D4308C-B032-6BF4-41D0-3D19B3606587}"/>
              </a:ext>
            </a:extLst>
          </p:cNvPr>
          <p:cNvCxnSpPr>
            <a:cxnSpLocks/>
          </p:cNvCxnSpPr>
          <p:nvPr/>
        </p:nvCxnSpPr>
        <p:spPr>
          <a:xfrm>
            <a:off x="8378692" y="3288001"/>
            <a:ext cx="457543" cy="0"/>
          </a:xfrm>
          <a:prstGeom prst="line">
            <a:avLst/>
          </a:prstGeom>
        </p:spPr>
        <p:style>
          <a:lnRef idx="2">
            <a:schemeClr val="dk1"/>
          </a:lnRef>
          <a:fillRef idx="0">
            <a:schemeClr val="dk1"/>
          </a:fillRef>
          <a:effectRef idx="1">
            <a:schemeClr val="dk1"/>
          </a:effectRef>
          <a:fontRef idx="minor">
            <a:schemeClr val="tx1"/>
          </a:fontRef>
        </p:style>
      </p:cxnSp>
      <p:sp>
        <p:nvSpPr>
          <p:cNvPr id="62" name="Rectangle 61">
            <a:extLst>
              <a:ext uri="{FF2B5EF4-FFF2-40B4-BE49-F238E27FC236}">
                <a16:creationId xmlns:a16="http://schemas.microsoft.com/office/drawing/2014/main" id="{AAEE841A-2EA3-1279-6CD8-62225BE68755}"/>
              </a:ext>
            </a:extLst>
          </p:cNvPr>
          <p:cNvSpPr/>
          <p:nvPr/>
        </p:nvSpPr>
        <p:spPr>
          <a:xfrm rot="2775148">
            <a:off x="8795675" y="3253916"/>
            <a:ext cx="81120" cy="811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7061A760-C9EB-A3BA-1376-3233282F0E94}"/>
              </a:ext>
            </a:extLst>
          </p:cNvPr>
          <p:cNvSpPr txBox="1"/>
          <p:nvPr/>
        </p:nvSpPr>
        <p:spPr>
          <a:xfrm>
            <a:off x="8107191" y="2429898"/>
            <a:ext cx="1990157" cy="276999"/>
          </a:xfrm>
          <a:prstGeom prst="rect">
            <a:avLst/>
          </a:prstGeom>
          <a:noFill/>
        </p:spPr>
        <p:txBody>
          <a:bodyPr wrap="square">
            <a:spAutoFit/>
          </a:bodyPr>
          <a:lstStyle/>
          <a:p>
            <a:r>
              <a:rPr lang="en-US" sz="1200" dirty="0"/>
              <a:t>CA02: AHMED </a:t>
            </a:r>
            <a:endParaRPr lang="en-US" dirty="0"/>
          </a:p>
        </p:txBody>
      </p:sp>
      <p:sp>
        <p:nvSpPr>
          <p:cNvPr id="64" name="TextBox 63">
            <a:extLst>
              <a:ext uri="{FF2B5EF4-FFF2-40B4-BE49-F238E27FC236}">
                <a16:creationId xmlns:a16="http://schemas.microsoft.com/office/drawing/2014/main" id="{4E512DCC-6EB4-234C-431B-7FAF543CC380}"/>
              </a:ext>
            </a:extLst>
          </p:cNvPr>
          <p:cNvSpPr txBox="1"/>
          <p:nvPr/>
        </p:nvSpPr>
        <p:spPr>
          <a:xfrm>
            <a:off x="8630407" y="4365634"/>
            <a:ext cx="1004874" cy="230832"/>
          </a:xfrm>
          <a:prstGeom prst="rect">
            <a:avLst/>
          </a:prstGeom>
          <a:noFill/>
        </p:spPr>
        <p:txBody>
          <a:bodyPr wrap="square">
            <a:spAutoFit/>
          </a:bodyPr>
          <a:lstStyle/>
          <a:p>
            <a:pPr algn="ctr"/>
            <a:r>
              <a:rPr lang="en-US" sz="900" dirty="0"/>
              <a:t>seller</a:t>
            </a:r>
          </a:p>
        </p:txBody>
      </p:sp>
      <p:sp>
        <p:nvSpPr>
          <p:cNvPr id="65" name="TextBox 64">
            <a:extLst>
              <a:ext uri="{FF2B5EF4-FFF2-40B4-BE49-F238E27FC236}">
                <a16:creationId xmlns:a16="http://schemas.microsoft.com/office/drawing/2014/main" id="{6A50E3D0-4BA0-52F0-E9FD-D01C46953EC8}"/>
              </a:ext>
            </a:extLst>
          </p:cNvPr>
          <p:cNvSpPr txBox="1"/>
          <p:nvPr/>
        </p:nvSpPr>
        <p:spPr>
          <a:xfrm>
            <a:off x="8644130" y="3037954"/>
            <a:ext cx="1004874" cy="261610"/>
          </a:xfrm>
          <a:prstGeom prst="rect">
            <a:avLst/>
          </a:prstGeom>
          <a:noFill/>
        </p:spPr>
        <p:txBody>
          <a:bodyPr wrap="square">
            <a:spAutoFit/>
          </a:bodyPr>
          <a:lstStyle/>
          <a:p>
            <a:pPr algn="ctr"/>
            <a:r>
              <a:rPr lang="en-US" sz="1100" dirty="0"/>
              <a:t>AR01</a:t>
            </a:r>
          </a:p>
        </p:txBody>
      </p:sp>
      <p:sp>
        <p:nvSpPr>
          <p:cNvPr id="74" name="Rectangle 73">
            <a:extLst>
              <a:ext uri="{FF2B5EF4-FFF2-40B4-BE49-F238E27FC236}">
                <a16:creationId xmlns:a16="http://schemas.microsoft.com/office/drawing/2014/main" id="{33217845-416A-810A-D03F-78DD5A616072}"/>
              </a:ext>
            </a:extLst>
          </p:cNvPr>
          <p:cNvSpPr/>
          <p:nvPr/>
        </p:nvSpPr>
        <p:spPr>
          <a:xfrm rot="2775148">
            <a:off x="7293044" y="4232650"/>
            <a:ext cx="81120" cy="811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5" name="Straight Connector 74">
            <a:extLst>
              <a:ext uri="{FF2B5EF4-FFF2-40B4-BE49-F238E27FC236}">
                <a16:creationId xmlns:a16="http://schemas.microsoft.com/office/drawing/2014/main" id="{7BAFE878-0F8E-2789-52C8-AF2E63D82030}"/>
              </a:ext>
            </a:extLst>
          </p:cNvPr>
          <p:cNvCxnSpPr>
            <a:cxnSpLocks/>
          </p:cNvCxnSpPr>
          <p:nvPr/>
        </p:nvCxnSpPr>
        <p:spPr>
          <a:xfrm>
            <a:off x="7305532" y="4260194"/>
            <a:ext cx="542962" cy="2940"/>
          </a:xfrm>
          <a:prstGeom prst="line">
            <a:avLst/>
          </a:prstGeom>
        </p:spPr>
        <p:style>
          <a:lnRef idx="2">
            <a:schemeClr val="dk1"/>
          </a:lnRef>
          <a:fillRef idx="0">
            <a:schemeClr val="dk1"/>
          </a:fillRef>
          <a:effectRef idx="1">
            <a:schemeClr val="dk1"/>
          </a:effectRef>
          <a:fontRef idx="minor">
            <a:schemeClr val="tx1"/>
          </a:fontRef>
        </p:style>
      </p:cxnSp>
      <p:cxnSp>
        <p:nvCxnSpPr>
          <p:cNvPr id="77" name="Straight Connector 76">
            <a:extLst>
              <a:ext uri="{FF2B5EF4-FFF2-40B4-BE49-F238E27FC236}">
                <a16:creationId xmlns:a16="http://schemas.microsoft.com/office/drawing/2014/main" id="{75F7CA94-CE0E-BAE2-7B03-E4A72B49EA64}"/>
              </a:ext>
            </a:extLst>
          </p:cNvPr>
          <p:cNvCxnSpPr>
            <a:cxnSpLocks/>
          </p:cNvCxnSpPr>
          <p:nvPr/>
        </p:nvCxnSpPr>
        <p:spPr>
          <a:xfrm>
            <a:off x="8387363" y="4267884"/>
            <a:ext cx="457543" cy="0"/>
          </a:xfrm>
          <a:prstGeom prst="line">
            <a:avLst/>
          </a:prstGeom>
        </p:spPr>
        <p:style>
          <a:lnRef idx="2">
            <a:schemeClr val="dk1"/>
          </a:lnRef>
          <a:fillRef idx="0">
            <a:schemeClr val="dk1"/>
          </a:fillRef>
          <a:effectRef idx="1">
            <a:schemeClr val="dk1"/>
          </a:effectRef>
          <a:fontRef idx="minor">
            <a:schemeClr val="tx1"/>
          </a:fontRef>
        </p:style>
      </p:cxnSp>
      <p:grpSp>
        <p:nvGrpSpPr>
          <p:cNvPr id="78" name="Group 77">
            <a:extLst>
              <a:ext uri="{FF2B5EF4-FFF2-40B4-BE49-F238E27FC236}">
                <a16:creationId xmlns:a16="http://schemas.microsoft.com/office/drawing/2014/main" id="{F28047AF-5ED6-14E1-6E62-F27B8C131D2A}"/>
              </a:ext>
            </a:extLst>
          </p:cNvPr>
          <p:cNvGrpSpPr/>
          <p:nvPr/>
        </p:nvGrpSpPr>
        <p:grpSpPr>
          <a:xfrm>
            <a:off x="9868451" y="3504383"/>
            <a:ext cx="522000" cy="522000"/>
            <a:chOff x="4730449" y="1754609"/>
            <a:chExt cx="522000" cy="522000"/>
          </a:xfrm>
        </p:grpSpPr>
        <p:sp>
          <p:nvSpPr>
            <p:cNvPr id="79" name="Oval 78">
              <a:extLst>
                <a:ext uri="{FF2B5EF4-FFF2-40B4-BE49-F238E27FC236}">
                  <a16:creationId xmlns:a16="http://schemas.microsoft.com/office/drawing/2014/main" id="{608B0F7F-45D6-CAE8-4579-0C82C7C6CCF7}"/>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E4A09E1F-CA73-28F8-9DB1-30B9766F0CA1}"/>
                </a:ext>
              </a:extLst>
            </p:cNvPr>
            <p:cNvSpPr/>
            <p:nvPr/>
          </p:nvSpPr>
          <p:spPr>
            <a:xfrm rot="2676523">
              <a:off x="4811449" y="1835609"/>
              <a:ext cx="360000" cy="3600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1" name="TextBox 80">
            <a:extLst>
              <a:ext uri="{FF2B5EF4-FFF2-40B4-BE49-F238E27FC236}">
                <a16:creationId xmlns:a16="http://schemas.microsoft.com/office/drawing/2014/main" id="{CA70B096-60EA-7735-B709-997B5D6D7830}"/>
              </a:ext>
            </a:extLst>
          </p:cNvPr>
          <p:cNvSpPr txBox="1"/>
          <p:nvPr/>
        </p:nvSpPr>
        <p:spPr>
          <a:xfrm>
            <a:off x="9868451" y="3626883"/>
            <a:ext cx="510076" cy="276999"/>
          </a:xfrm>
          <a:prstGeom prst="rect">
            <a:avLst/>
          </a:prstGeom>
          <a:noFill/>
        </p:spPr>
        <p:txBody>
          <a:bodyPr wrap="none" rtlCol="0">
            <a:spAutoFit/>
          </a:bodyPr>
          <a:lstStyle/>
          <a:p>
            <a:r>
              <a:rPr lang="en-US" sz="1200" dirty="0">
                <a:solidFill>
                  <a:schemeClr val="bg1"/>
                </a:solidFill>
              </a:rPr>
              <a:t>TK03</a:t>
            </a:r>
          </a:p>
        </p:txBody>
      </p:sp>
      <p:cxnSp>
        <p:nvCxnSpPr>
          <p:cNvPr id="82" name="Straight Connector 81">
            <a:extLst>
              <a:ext uri="{FF2B5EF4-FFF2-40B4-BE49-F238E27FC236}">
                <a16:creationId xmlns:a16="http://schemas.microsoft.com/office/drawing/2014/main" id="{AAE7069E-2B4A-6E46-B8D0-8D0A62239931}"/>
              </a:ext>
            </a:extLst>
          </p:cNvPr>
          <p:cNvCxnSpPr>
            <a:cxnSpLocks/>
          </p:cNvCxnSpPr>
          <p:nvPr/>
        </p:nvCxnSpPr>
        <p:spPr>
          <a:xfrm>
            <a:off x="9424121" y="3770027"/>
            <a:ext cx="448872" cy="0"/>
          </a:xfrm>
          <a:prstGeom prst="line">
            <a:avLst/>
          </a:prstGeom>
        </p:spPr>
        <p:style>
          <a:lnRef idx="2">
            <a:schemeClr val="dk1"/>
          </a:lnRef>
          <a:fillRef idx="0">
            <a:schemeClr val="dk1"/>
          </a:fillRef>
          <a:effectRef idx="1">
            <a:schemeClr val="dk1"/>
          </a:effectRef>
          <a:fontRef idx="minor">
            <a:schemeClr val="tx1"/>
          </a:fontRef>
        </p:style>
      </p:cxnSp>
      <p:cxnSp>
        <p:nvCxnSpPr>
          <p:cNvPr id="83" name="Straight Connector 82">
            <a:extLst>
              <a:ext uri="{FF2B5EF4-FFF2-40B4-BE49-F238E27FC236}">
                <a16:creationId xmlns:a16="http://schemas.microsoft.com/office/drawing/2014/main" id="{1723F1F2-DA74-0A42-9C33-937F165847EC}"/>
              </a:ext>
            </a:extLst>
          </p:cNvPr>
          <p:cNvCxnSpPr>
            <a:cxnSpLocks/>
          </p:cNvCxnSpPr>
          <p:nvPr/>
        </p:nvCxnSpPr>
        <p:spPr>
          <a:xfrm>
            <a:off x="10392721" y="3751291"/>
            <a:ext cx="318025" cy="0"/>
          </a:xfrm>
          <a:prstGeom prst="line">
            <a:avLst/>
          </a:prstGeom>
        </p:spPr>
        <p:style>
          <a:lnRef idx="2">
            <a:schemeClr val="dk1"/>
          </a:lnRef>
          <a:fillRef idx="0">
            <a:schemeClr val="dk1"/>
          </a:fillRef>
          <a:effectRef idx="1">
            <a:schemeClr val="dk1"/>
          </a:effectRef>
          <a:fontRef idx="minor">
            <a:schemeClr val="tx1"/>
          </a:fontRef>
        </p:style>
      </p:cxnSp>
      <p:sp>
        <p:nvSpPr>
          <p:cNvPr id="84" name="Rectangle 83">
            <a:extLst>
              <a:ext uri="{FF2B5EF4-FFF2-40B4-BE49-F238E27FC236}">
                <a16:creationId xmlns:a16="http://schemas.microsoft.com/office/drawing/2014/main" id="{E105085F-FF39-3FE8-6AD1-564DF6608F7E}"/>
              </a:ext>
            </a:extLst>
          </p:cNvPr>
          <p:cNvSpPr/>
          <p:nvPr/>
        </p:nvSpPr>
        <p:spPr>
          <a:xfrm rot="2775148">
            <a:off x="10727533" y="3724822"/>
            <a:ext cx="81120" cy="811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TextBox 93">
            <a:extLst>
              <a:ext uri="{FF2B5EF4-FFF2-40B4-BE49-F238E27FC236}">
                <a16:creationId xmlns:a16="http://schemas.microsoft.com/office/drawing/2014/main" id="{FFDB84B9-39E2-53C8-E84F-336532DCDB10}"/>
              </a:ext>
            </a:extLst>
          </p:cNvPr>
          <p:cNvSpPr txBox="1"/>
          <p:nvPr/>
        </p:nvSpPr>
        <p:spPr>
          <a:xfrm>
            <a:off x="6390441" y="3634440"/>
            <a:ext cx="1060244" cy="276999"/>
          </a:xfrm>
          <a:prstGeom prst="rect">
            <a:avLst/>
          </a:prstGeom>
          <a:noFill/>
        </p:spPr>
        <p:txBody>
          <a:bodyPr wrap="square">
            <a:spAutoFit/>
          </a:bodyPr>
          <a:lstStyle/>
          <a:p>
            <a:pPr algn="ctr"/>
            <a:r>
              <a:rPr lang="en-US" sz="1200" dirty="0"/>
              <a:t>MOHAMED</a:t>
            </a:r>
            <a:endParaRPr lang="en-US" dirty="0"/>
          </a:p>
        </p:txBody>
      </p:sp>
      <p:sp>
        <p:nvSpPr>
          <p:cNvPr id="96" name="TextBox 95">
            <a:extLst>
              <a:ext uri="{FF2B5EF4-FFF2-40B4-BE49-F238E27FC236}">
                <a16:creationId xmlns:a16="http://schemas.microsoft.com/office/drawing/2014/main" id="{C4B78825-DE7D-227F-606D-2341BDA01F75}"/>
              </a:ext>
            </a:extLst>
          </p:cNvPr>
          <p:cNvSpPr txBox="1"/>
          <p:nvPr/>
        </p:nvSpPr>
        <p:spPr>
          <a:xfrm>
            <a:off x="1000508" y="1366831"/>
            <a:ext cx="1062468" cy="400110"/>
          </a:xfrm>
          <a:prstGeom prst="rect">
            <a:avLst/>
          </a:prstGeom>
          <a:noFill/>
        </p:spPr>
        <p:txBody>
          <a:bodyPr wrap="square">
            <a:spAutoFit/>
          </a:bodyPr>
          <a:lstStyle/>
          <a:p>
            <a:pPr algn="ctr"/>
            <a:r>
              <a:rPr lang="en-US" sz="1000" dirty="0"/>
              <a:t>MOHAMEDS’</a:t>
            </a:r>
          </a:p>
          <a:p>
            <a:pPr algn="ctr"/>
            <a:r>
              <a:rPr lang="en-US" sz="1000" dirty="0"/>
              <a:t>VIEW</a:t>
            </a:r>
            <a:endParaRPr lang="en-US" sz="1200" dirty="0"/>
          </a:p>
        </p:txBody>
      </p:sp>
      <p:sp>
        <p:nvSpPr>
          <p:cNvPr id="98" name="TextBox 97">
            <a:extLst>
              <a:ext uri="{FF2B5EF4-FFF2-40B4-BE49-F238E27FC236}">
                <a16:creationId xmlns:a16="http://schemas.microsoft.com/office/drawing/2014/main" id="{C9F9EB61-D55F-22CA-55A4-909278148BED}"/>
              </a:ext>
            </a:extLst>
          </p:cNvPr>
          <p:cNvSpPr txBox="1"/>
          <p:nvPr/>
        </p:nvSpPr>
        <p:spPr>
          <a:xfrm>
            <a:off x="6745023" y="1366831"/>
            <a:ext cx="1062468" cy="400110"/>
          </a:xfrm>
          <a:prstGeom prst="rect">
            <a:avLst/>
          </a:prstGeom>
          <a:noFill/>
        </p:spPr>
        <p:txBody>
          <a:bodyPr wrap="square">
            <a:spAutoFit/>
          </a:bodyPr>
          <a:lstStyle/>
          <a:p>
            <a:pPr algn="ctr"/>
            <a:r>
              <a:rPr lang="en-US" sz="1000" dirty="0"/>
              <a:t>AHMEDS’</a:t>
            </a:r>
          </a:p>
          <a:p>
            <a:pPr algn="ctr"/>
            <a:r>
              <a:rPr lang="en-US" sz="1000" dirty="0"/>
              <a:t>VIEW</a:t>
            </a:r>
            <a:endParaRPr lang="en-US" sz="1200" dirty="0"/>
          </a:p>
        </p:txBody>
      </p:sp>
      <p:sp>
        <p:nvSpPr>
          <p:cNvPr id="100" name="TextBox 99">
            <a:extLst>
              <a:ext uri="{FF2B5EF4-FFF2-40B4-BE49-F238E27FC236}">
                <a16:creationId xmlns:a16="http://schemas.microsoft.com/office/drawing/2014/main" id="{ED0B541F-0ADF-75FD-C750-3B91A561A14D}"/>
              </a:ext>
            </a:extLst>
          </p:cNvPr>
          <p:cNvSpPr txBox="1"/>
          <p:nvPr/>
        </p:nvSpPr>
        <p:spPr>
          <a:xfrm>
            <a:off x="2774163" y="4471976"/>
            <a:ext cx="1004874" cy="369332"/>
          </a:xfrm>
          <a:prstGeom prst="rect">
            <a:avLst/>
          </a:prstGeom>
          <a:noFill/>
        </p:spPr>
        <p:txBody>
          <a:bodyPr wrap="square">
            <a:spAutoFit/>
          </a:bodyPr>
          <a:lstStyle/>
          <a:p>
            <a:pPr algn="ctr"/>
            <a:r>
              <a:rPr lang="en-US" sz="900" dirty="0"/>
              <a:t>purchase</a:t>
            </a:r>
          </a:p>
          <a:p>
            <a:pPr algn="ctr"/>
            <a:r>
              <a:rPr lang="en-US" sz="900" dirty="0"/>
              <a:t>paying</a:t>
            </a:r>
            <a:endParaRPr lang="en-US" sz="1100" dirty="0"/>
          </a:p>
        </p:txBody>
      </p:sp>
      <p:sp>
        <p:nvSpPr>
          <p:cNvPr id="102" name="TextBox 101">
            <a:extLst>
              <a:ext uri="{FF2B5EF4-FFF2-40B4-BE49-F238E27FC236}">
                <a16:creationId xmlns:a16="http://schemas.microsoft.com/office/drawing/2014/main" id="{FEA2D10D-999C-1FB4-2B75-9AA065071698}"/>
              </a:ext>
            </a:extLst>
          </p:cNvPr>
          <p:cNvSpPr txBox="1"/>
          <p:nvPr/>
        </p:nvSpPr>
        <p:spPr>
          <a:xfrm>
            <a:off x="7609196" y="3515973"/>
            <a:ext cx="1004874" cy="369332"/>
          </a:xfrm>
          <a:prstGeom prst="rect">
            <a:avLst/>
          </a:prstGeom>
          <a:noFill/>
        </p:spPr>
        <p:txBody>
          <a:bodyPr wrap="square">
            <a:spAutoFit/>
          </a:bodyPr>
          <a:lstStyle/>
          <a:p>
            <a:pPr algn="ctr"/>
            <a:r>
              <a:rPr lang="en-US" sz="900" dirty="0"/>
              <a:t>sale</a:t>
            </a:r>
          </a:p>
          <a:p>
            <a:pPr algn="ctr"/>
            <a:r>
              <a:rPr lang="en-US" sz="900" dirty="0"/>
              <a:t>completing</a:t>
            </a:r>
            <a:endParaRPr lang="en-US" sz="1100" dirty="0"/>
          </a:p>
        </p:txBody>
      </p:sp>
      <p:sp>
        <p:nvSpPr>
          <p:cNvPr id="104" name="TextBox 103">
            <a:extLst>
              <a:ext uri="{FF2B5EF4-FFF2-40B4-BE49-F238E27FC236}">
                <a16:creationId xmlns:a16="http://schemas.microsoft.com/office/drawing/2014/main" id="{0957F646-A9DD-5047-4B7F-21061D52F481}"/>
              </a:ext>
            </a:extLst>
          </p:cNvPr>
          <p:cNvSpPr txBox="1"/>
          <p:nvPr/>
        </p:nvSpPr>
        <p:spPr>
          <a:xfrm>
            <a:off x="7612985" y="4493641"/>
            <a:ext cx="1004874" cy="369332"/>
          </a:xfrm>
          <a:prstGeom prst="rect">
            <a:avLst/>
          </a:prstGeom>
          <a:noFill/>
        </p:spPr>
        <p:txBody>
          <a:bodyPr wrap="square">
            <a:spAutoFit/>
          </a:bodyPr>
          <a:lstStyle/>
          <a:p>
            <a:pPr algn="ctr"/>
            <a:r>
              <a:rPr lang="en-US" sz="900" dirty="0"/>
              <a:t>sale</a:t>
            </a:r>
          </a:p>
          <a:p>
            <a:pPr algn="ctr"/>
            <a:r>
              <a:rPr lang="en-US" sz="900" dirty="0"/>
              <a:t>paying</a:t>
            </a:r>
            <a:endParaRPr lang="en-US" sz="1100" dirty="0"/>
          </a:p>
        </p:txBody>
      </p:sp>
    </p:spTree>
    <p:extLst>
      <p:ext uri="{BB962C8B-B14F-4D97-AF65-F5344CB8AC3E}">
        <p14:creationId xmlns:p14="http://schemas.microsoft.com/office/powerpoint/2010/main" val="2832170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A0415-A5A4-8FFA-B054-DF9E6ABAFB1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1FA782-6673-44E4-0C4F-810EF0D4E819}"/>
              </a:ext>
            </a:extLst>
          </p:cNvPr>
          <p:cNvSpPr>
            <a:spLocks noGrp="1"/>
          </p:cNvSpPr>
          <p:nvPr>
            <p:ph type="body" sz="quarter" idx="15"/>
          </p:nvPr>
        </p:nvSpPr>
        <p:spPr/>
        <p:txBody>
          <a:bodyPr/>
          <a:lstStyle/>
          <a:p>
            <a:r>
              <a:rPr lang="en-US" dirty="0"/>
              <a:t>DEMO-3 OCD (equivalent CSD DEMO-4)</a:t>
            </a:r>
          </a:p>
        </p:txBody>
      </p:sp>
      <p:sp>
        <p:nvSpPr>
          <p:cNvPr id="96" name="TextBox 95">
            <a:extLst>
              <a:ext uri="{FF2B5EF4-FFF2-40B4-BE49-F238E27FC236}">
                <a16:creationId xmlns:a16="http://schemas.microsoft.com/office/drawing/2014/main" id="{283C5FEC-E8E0-FB6E-FE0B-24A5D0202E4B}"/>
              </a:ext>
            </a:extLst>
          </p:cNvPr>
          <p:cNvSpPr txBox="1"/>
          <p:nvPr/>
        </p:nvSpPr>
        <p:spPr>
          <a:xfrm>
            <a:off x="1000508" y="1366831"/>
            <a:ext cx="1062468" cy="400110"/>
          </a:xfrm>
          <a:prstGeom prst="rect">
            <a:avLst/>
          </a:prstGeom>
          <a:noFill/>
        </p:spPr>
        <p:txBody>
          <a:bodyPr wrap="square">
            <a:spAutoFit/>
          </a:bodyPr>
          <a:lstStyle/>
          <a:p>
            <a:pPr algn="ctr"/>
            <a:r>
              <a:rPr lang="en-US" sz="1000" dirty="0"/>
              <a:t>MOHAMEDS’</a:t>
            </a:r>
          </a:p>
          <a:p>
            <a:pPr algn="ctr"/>
            <a:r>
              <a:rPr lang="en-US" sz="1000" dirty="0"/>
              <a:t>VIEW</a:t>
            </a:r>
            <a:endParaRPr lang="en-US" sz="1200" dirty="0"/>
          </a:p>
        </p:txBody>
      </p:sp>
      <p:sp>
        <p:nvSpPr>
          <p:cNvPr id="98" name="TextBox 97">
            <a:extLst>
              <a:ext uri="{FF2B5EF4-FFF2-40B4-BE49-F238E27FC236}">
                <a16:creationId xmlns:a16="http://schemas.microsoft.com/office/drawing/2014/main" id="{8E4816E3-4E6B-4739-66CD-2DE7BA09342D}"/>
              </a:ext>
            </a:extLst>
          </p:cNvPr>
          <p:cNvSpPr txBox="1"/>
          <p:nvPr/>
        </p:nvSpPr>
        <p:spPr>
          <a:xfrm>
            <a:off x="6745023" y="1366831"/>
            <a:ext cx="1062468" cy="400110"/>
          </a:xfrm>
          <a:prstGeom prst="rect">
            <a:avLst/>
          </a:prstGeom>
          <a:noFill/>
        </p:spPr>
        <p:txBody>
          <a:bodyPr wrap="square">
            <a:spAutoFit/>
          </a:bodyPr>
          <a:lstStyle/>
          <a:p>
            <a:pPr algn="ctr"/>
            <a:r>
              <a:rPr lang="en-US" sz="1000" dirty="0"/>
              <a:t>AHMEDS’</a:t>
            </a:r>
          </a:p>
          <a:p>
            <a:pPr algn="ctr"/>
            <a:r>
              <a:rPr lang="en-US" sz="1000" dirty="0"/>
              <a:t>VIEW</a:t>
            </a:r>
            <a:endParaRPr lang="en-US" sz="1200" dirty="0"/>
          </a:p>
        </p:txBody>
      </p:sp>
      <p:sp>
        <p:nvSpPr>
          <p:cNvPr id="3" name="Rectangle 2">
            <a:extLst>
              <a:ext uri="{FF2B5EF4-FFF2-40B4-BE49-F238E27FC236}">
                <a16:creationId xmlns:a16="http://schemas.microsoft.com/office/drawing/2014/main" id="{05A837EA-4CEC-5D15-0FFC-E86A37E0B543}"/>
              </a:ext>
            </a:extLst>
          </p:cNvPr>
          <p:cNvSpPr/>
          <p:nvPr/>
        </p:nvSpPr>
        <p:spPr>
          <a:xfrm>
            <a:off x="7518181" y="3486009"/>
            <a:ext cx="2950178" cy="8221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324B46D4-E45E-633A-F0EC-F719D05423C5}"/>
              </a:ext>
            </a:extLst>
          </p:cNvPr>
          <p:cNvGrpSpPr/>
          <p:nvPr/>
        </p:nvGrpSpPr>
        <p:grpSpPr>
          <a:xfrm>
            <a:off x="8726062" y="3225009"/>
            <a:ext cx="522000" cy="522000"/>
            <a:chOff x="4730449" y="1754609"/>
            <a:chExt cx="522000" cy="522000"/>
          </a:xfrm>
        </p:grpSpPr>
        <p:sp>
          <p:nvSpPr>
            <p:cNvPr id="5" name="Oval 4">
              <a:extLst>
                <a:ext uri="{FF2B5EF4-FFF2-40B4-BE49-F238E27FC236}">
                  <a16:creationId xmlns:a16="http://schemas.microsoft.com/office/drawing/2014/main" id="{4E4CABBE-A13C-4255-1170-CCFDEFD52D7A}"/>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B9DF76D-3CB1-563F-E6F7-2EBBB4BD72F1}"/>
                </a:ext>
              </a:extLst>
            </p:cNvPr>
            <p:cNvSpPr/>
            <p:nvPr/>
          </p:nvSpPr>
          <p:spPr>
            <a:xfrm rot="2676523">
              <a:off x="4811449" y="1835609"/>
              <a:ext cx="360000" cy="36000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TextBox 7">
            <a:extLst>
              <a:ext uri="{FF2B5EF4-FFF2-40B4-BE49-F238E27FC236}">
                <a16:creationId xmlns:a16="http://schemas.microsoft.com/office/drawing/2014/main" id="{EBD20CEB-B0E6-B9C8-5162-85B3568CA8E0}"/>
              </a:ext>
            </a:extLst>
          </p:cNvPr>
          <p:cNvSpPr txBox="1"/>
          <p:nvPr/>
        </p:nvSpPr>
        <p:spPr>
          <a:xfrm>
            <a:off x="8726062" y="3347509"/>
            <a:ext cx="510076" cy="276999"/>
          </a:xfrm>
          <a:prstGeom prst="rect">
            <a:avLst/>
          </a:prstGeom>
          <a:noFill/>
        </p:spPr>
        <p:txBody>
          <a:bodyPr wrap="none" rtlCol="0">
            <a:spAutoFit/>
          </a:bodyPr>
          <a:lstStyle/>
          <a:p>
            <a:r>
              <a:rPr lang="en-US" sz="1200" dirty="0"/>
              <a:t>TK01</a:t>
            </a:r>
          </a:p>
        </p:txBody>
      </p:sp>
      <p:sp>
        <p:nvSpPr>
          <p:cNvPr id="17" name="Rectangle 16">
            <a:extLst>
              <a:ext uri="{FF2B5EF4-FFF2-40B4-BE49-F238E27FC236}">
                <a16:creationId xmlns:a16="http://schemas.microsoft.com/office/drawing/2014/main" id="{7F530C49-9D95-F5CD-EC0C-2C314E990ADF}"/>
              </a:ext>
            </a:extLst>
          </p:cNvPr>
          <p:cNvSpPr/>
          <p:nvPr/>
        </p:nvSpPr>
        <p:spPr>
          <a:xfrm>
            <a:off x="8580803" y="1863774"/>
            <a:ext cx="822122" cy="822122"/>
          </a:xfrm>
          <a:prstGeom prst="rect">
            <a:avLst/>
          </a:prstGeom>
          <a:solidFill>
            <a:schemeClr val="bg1">
              <a:lumMod val="75000"/>
            </a:schemeClr>
          </a:solidFill>
          <a:ln w="381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217EF41-B438-BED9-A072-40E046606EDE}"/>
              </a:ext>
            </a:extLst>
          </p:cNvPr>
          <p:cNvSpPr txBox="1"/>
          <p:nvPr/>
        </p:nvSpPr>
        <p:spPr>
          <a:xfrm>
            <a:off x="8652451" y="1949977"/>
            <a:ext cx="702052" cy="276999"/>
          </a:xfrm>
          <a:prstGeom prst="rect">
            <a:avLst/>
          </a:prstGeom>
          <a:noFill/>
        </p:spPr>
        <p:txBody>
          <a:bodyPr wrap="none" rtlCol="0">
            <a:spAutoFit/>
          </a:bodyPr>
          <a:lstStyle/>
          <a:p>
            <a:r>
              <a:rPr lang="en-US" sz="1200" dirty="0"/>
              <a:t>CTAR00</a:t>
            </a:r>
          </a:p>
        </p:txBody>
      </p:sp>
      <p:sp>
        <p:nvSpPr>
          <p:cNvPr id="21" name="Rectangle 20">
            <a:extLst>
              <a:ext uri="{FF2B5EF4-FFF2-40B4-BE49-F238E27FC236}">
                <a16:creationId xmlns:a16="http://schemas.microsoft.com/office/drawing/2014/main" id="{8DAAD396-2582-103D-D8F4-0F89AAB8F2D9}"/>
              </a:ext>
            </a:extLst>
          </p:cNvPr>
          <p:cNvSpPr/>
          <p:nvPr/>
        </p:nvSpPr>
        <p:spPr>
          <a:xfrm>
            <a:off x="8584610" y="5121138"/>
            <a:ext cx="822122" cy="822122"/>
          </a:xfrm>
          <a:prstGeom prst="rect">
            <a:avLst/>
          </a:prstGeom>
          <a:solidFill>
            <a:srgbClr val="BFBFB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02982A41-B3AA-62A0-0A87-3BD29CC25E16}"/>
              </a:ext>
            </a:extLst>
          </p:cNvPr>
          <p:cNvGrpSpPr/>
          <p:nvPr/>
        </p:nvGrpSpPr>
        <p:grpSpPr>
          <a:xfrm>
            <a:off x="8734672" y="4860138"/>
            <a:ext cx="522000" cy="522000"/>
            <a:chOff x="4730449" y="1754609"/>
            <a:chExt cx="522000" cy="522000"/>
          </a:xfrm>
        </p:grpSpPr>
        <p:sp>
          <p:nvSpPr>
            <p:cNvPr id="25" name="Oval 24">
              <a:extLst>
                <a:ext uri="{FF2B5EF4-FFF2-40B4-BE49-F238E27FC236}">
                  <a16:creationId xmlns:a16="http://schemas.microsoft.com/office/drawing/2014/main" id="{F4DEDFBE-1E14-338D-F557-A573729EC0E3}"/>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46AB0D9-0CE7-FA8B-25C8-6840C2133F19}"/>
                </a:ext>
              </a:extLst>
            </p:cNvPr>
            <p:cNvSpPr/>
            <p:nvPr/>
          </p:nvSpPr>
          <p:spPr>
            <a:xfrm rot="2676523">
              <a:off x="4811449" y="1835609"/>
              <a:ext cx="360000" cy="36000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TextBox 27">
            <a:extLst>
              <a:ext uri="{FF2B5EF4-FFF2-40B4-BE49-F238E27FC236}">
                <a16:creationId xmlns:a16="http://schemas.microsoft.com/office/drawing/2014/main" id="{C1CC55D0-E3F7-C0C0-6475-A80AFDC8970F}"/>
              </a:ext>
            </a:extLst>
          </p:cNvPr>
          <p:cNvSpPr txBox="1"/>
          <p:nvPr/>
        </p:nvSpPr>
        <p:spPr>
          <a:xfrm>
            <a:off x="8734672" y="4982638"/>
            <a:ext cx="510076" cy="276999"/>
          </a:xfrm>
          <a:prstGeom prst="rect">
            <a:avLst/>
          </a:prstGeom>
          <a:noFill/>
        </p:spPr>
        <p:txBody>
          <a:bodyPr wrap="none" rtlCol="0">
            <a:spAutoFit/>
          </a:bodyPr>
          <a:lstStyle/>
          <a:p>
            <a:r>
              <a:rPr lang="en-US" sz="1200" dirty="0"/>
              <a:t>TK02</a:t>
            </a:r>
          </a:p>
        </p:txBody>
      </p:sp>
      <p:sp>
        <p:nvSpPr>
          <p:cNvPr id="33" name="Rectangle 32">
            <a:extLst>
              <a:ext uri="{FF2B5EF4-FFF2-40B4-BE49-F238E27FC236}">
                <a16:creationId xmlns:a16="http://schemas.microsoft.com/office/drawing/2014/main" id="{354927FA-2F4B-A3B6-C6BF-088A044B2506}"/>
              </a:ext>
            </a:extLst>
          </p:cNvPr>
          <p:cNvSpPr/>
          <p:nvPr/>
        </p:nvSpPr>
        <p:spPr>
          <a:xfrm>
            <a:off x="7518181" y="5108245"/>
            <a:ext cx="822122" cy="8221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2D22403F-DD6E-02B3-B518-7B861A5B3FB9}"/>
              </a:ext>
            </a:extLst>
          </p:cNvPr>
          <p:cNvGrpSpPr/>
          <p:nvPr/>
        </p:nvGrpSpPr>
        <p:grpSpPr>
          <a:xfrm>
            <a:off x="7668242" y="4847245"/>
            <a:ext cx="522000" cy="522000"/>
            <a:chOff x="4730449" y="1754609"/>
            <a:chExt cx="522000" cy="522000"/>
          </a:xfrm>
        </p:grpSpPr>
        <p:sp>
          <p:nvSpPr>
            <p:cNvPr id="37" name="Oval 36">
              <a:extLst>
                <a:ext uri="{FF2B5EF4-FFF2-40B4-BE49-F238E27FC236}">
                  <a16:creationId xmlns:a16="http://schemas.microsoft.com/office/drawing/2014/main" id="{7BA8E31E-6FD3-4730-4267-AF5B59FCE5AB}"/>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C0518085-CF31-18A8-86F1-C9EE9AEC8713}"/>
                </a:ext>
              </a:extLst>
            </p:cNvPr>
            <p:cNvSpPr/>
            <p:nvPr/>
          </p:nvSpPr>
          <p:spPr>
            <a:xfrm rot="2676523">
              <a:off x="4811449" y="1835609"/>
              <a:ext cx="360000" cy="36000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1" name="TextBox 40">
            <a:extLst>
              <a:ext uri="{FF2B5EF4-FFF2-40B4-BE49-F238E27FC236}">
                <a16:creationId xmlns:a16="http://schemas.microsoft.com/office/drawing/2014/main" id="{A7B188AC-C3FC-EB6F-8417-A8BA9D716943}"/>
              </a:ext>
            </a:extLst>
          </p:cNvPr>
          <p:cNvSpPr txBox="1"/>
          <p:nvPr/>
        </p:nvSpPr>
        <p:spPr>
          <a:xfrm>
            <a:off x="7668242" y="4969745"/>
            <a:ext cx="510076" cy="276999"/>
          </a:xfrm>
          <a:prstGeom prst="rect">
            <a:avLst/>
          </a:prstGeom>
          <a:noFill/>
        </p:spPr>
        <p:txBody>
          <a:bodyPr wrap="none" rtlCol="0">
            <a:spAutoFit/>
          </a:bodyPr>
          <a:lstStyle/>
          <a:p>
            <a:r>
              <a:rPr lang="en-US" sz="1200" dirty="0"/>
              <a:t>TK04</a:t>
            </a:r>
          </a:p>
        </p:txBody>
      </p:sp>
      <p:sp>
        <p:nvSpPr>
          <p:cNvPr id="43" name="Rectangle 42">
            <a:extLst>
              <a:ext uri="{FF2B5EF4-FFF2-40B4-BE49-F238E27FC236}">
                <a16:creationId xmlns:a16="http://schemas.microsoft.com/office/drawing/2014/main" id="{D3458597-1C22-F47C-6927-1D5F1D6DB645}"/>
              </a:ext>
            </a:extLst>
          </p:cNvPr>
          <p:cNvSpPr/>
          <p:nvPr/>
        </p:nvSpPr>
        <p:spPr>
          <a:xfrm>
            <a:off x="9646236" y="5127585"/>
            <a:ext cx="822122" cy="8221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83879DEE-06A9-E78D-1E96-0763EE2D44E8}"/>
              </a:ext>
            </a:extLst>
          </p:cNvPr>
          <p:cNvGrpSpPr/>
          <p:nvPr/>
        </p:nvGrpSpPr>
        <p:grpSpPr>
          <a:xfrm>
            <a:off x="9796297" y="4866585"/>
            <a:ext cx="522000" cy="522000"/>
            <a:chOff x="4730449" y="1754609"/>
            <a:chExt cx="522000" cy="522000"/>
          </a:xfrm>
        </p:grpSpPr>
        <p:sp>
          <p:nvSpPr>
            <p:cNvPr id="47" name="Oval 46">
              <a:extLst>
                <a:ext uri="{FF2B5EF4-FFF2-40B4-BE49-F238E27FC236}">
                  <a16:creationId xmlns:a16="http://schemas.microsoft.com/office/drawing/2014/main" id="{7DF8412A-476A-D0DD-EC22-F744B18A5BCF}"/>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A04AA155-6601-9200-EF76-D9B46AF3D7B5}"/>
                </a:ext>
              </a:extLst>
            </p:cNvPr>
            <p:cNvSpPr/>
            <p:nvPr/>
          </p:nvSpPr>
          <p:spPr>
            <a:xfrm rot="2676523">
              <a:off x="4811449" y="1835609"/>
              <a:ext cx="360000" cy="36000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6" name="TextBox 65">
            <a:extLst>
              <a:ext uri="{FF2B5EF4-FFF2-40B4-BE49-F238E27FC236}">
                <a16:creationId xmlns:a16="http://schemas.microsoft.com/office/drawing/2014/main" id="{FD3BDD31-35B2-5C23-B97C-26EE8B1D23CB}"/>
              </a:ext>
            </a:extLst>
          </p:cNvPr>
          <p:cNvSpPr txBox="1"/>
          <p:nvPr/>
        </p:nvSpPr>
        <p:spPr>
          <a:xfrm>
            <a:off x="9796297" y="4989085"/>
            <a:ext cx="510076" cy="276999"/>
          </a:xfrm>
          <a:prstGeom prst="rect">
            <a:avLst/>
          </a:prstGeom>
          <a:noFill/>
        </p:spPr>
        <p:txBody>
          <a:bodyPr wrap="none" rtlCol="0">
            <a:spAutoFit/>
          </a:bodyPr>
          <a:lstStyle/>
          <a:p>
            <a:r>
              <a:rPr lang="en-US" sz="1200" dirty="0"/>
              <a:t>TK03</a:t>
            </a:r>
          </a:p>
        </p:txBody>
      </p:sp>
      <p:cxnSp>
        <p:nvCxnSpPr>
          <p:cNvPr id="67" name="Straight Connector 66">
            <a:extLst>
              <a:ext uri="{FF2B5EF4-FFF2-40B4-BE49-F238E27FC236}">
                <a16:creationId xmlns:a16="http://schemas.microsoft.com/office/drawing/2014/main" id="{F78F8FFA-EF82-D05E-4655-7F4EB8BAA2C3}"/>
              </a:ext>
            </a:extLst>
          </p:cNvPr>
          <p:cNvCxnSpPr>
            <a:stCxn id="17" idx="2"/>
            <a:endCxn id="5" idx="0"/>
          </p:cNvCxnSpPr>
          <p:nvPr/>
        </p:nvCxnSpPr>
        <p:spPr>
          <a:xfrm flipH="1">
            <a:off x="8985592" y="2685896"/>
            <a:ext cx="6272" cy="539113"/>
          </a:xfrm>
          <a:prstGeom prst="line">
            <a:avLst/>
          </a:prstGeom>
        </p:spPr>
        <p:style>
          <a:lnRef idx="2">
            <a:schemeClr val="dk1"/>
          </a:lnRef>
          <a:fillRef idx="0">
            <a:schemeClr val="dk1"/>
          </a:fillRef>
          <a:effectRef idx="1">
            <a:schemeClr val="dk1"/>
          </a:effectRef>
          <a:fontRef idx="minor">
            <a:schemeClr val="tx1"/>
          </a:fontRef>
        </p:style>
      </p:cxnSp>
      <p:cxnSp>
        <p:nvCxnSpPr>
          <p:cNvPr id="68" name="Straight Connector 67">
            <a:extLst>
              <a:ext uri="{FF2B5EF4-FFF2-40B4-BE49-F238E27FC236}">
                <a16:creationId xmlns:a16="http://schemas.microsoft.com/office/drawing/2014/main" id="{137D39AC-6415-BAD1-F899-6B647B0D1868}"/>
              </a:ext>
            </a:extLst>
          </p:cNvPr>
          <p:cNvCxnSpPr/>
          <p:nvPr/>
        </p:nvCxnSpPr>
        <p:spPr>
          <a:xfrm flipH="1">
            <a:off x="8997205" y="4314578"/>
            <a:ext cx="6272" cy="539113"/>
          </a:xfrm>
          <a:prstGeom prst="line">
            <a:avLst/>
          </a:prstGeom>
        </p:spPr>
        <p:style>
          <a:lnRef idx="2">
            <a:schemeClr val="dk1"/>
          </a:lnRef>
          <a:fillRef idx="0">
            <a:schemeClr val="dk1"/>
          </a:fillRef>
          <a:effectRef idx="1">
            <a:schemeClr val="dk1"/>
          </a:effectRef>
          <a:fontRef idx="minor">
            <a:schemeClr val="tx1"/>
          </a:fontRef>
        </p:style>
      </p:cxnSp>
      <p:cxnSp>
        <p:nvCxnSpPr>
          <p:cNvPr id="69" name="Straight Connector 68">
            <a:extLst>
              <a:ext uri="{FF2B5EF4-FFF2-40B4-BE49-F238E27FC236}">
                <a16:creationId xmlns:a16="http://schemas.microsoft.com/office/drawing/2014/main" id="{7E8D12A4-5A97-082A-24BA-0BF4952ED199}"/>
              </a:ext>
            </a:extLst>
          </p:cNvPr>
          <p:cNvCxnSpPr/>
          <p:nvPr/>
        </p:nvCxnSpPr>
        <p:spPr>
          <a:xfrm flipH="1">
            <a:off x="7923280" y="4308131"/>
            <a:ext cx="6272" cy="539113"/>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4F33FBE5-71D5-2405-FAFB-4378819F4D35}"/>
              </a:ext>
            </a:extLst>
          </p:cNvPr>
          <p:cNvCxnSpPr/>
          <p:nvPr/>
        </p:nvCxnSpPr>
        <p:spPr>
          <a:xfrm flipH="1">
            <a:off x="10051025" y="4314578"/>
            <a:ext cx="6272" cy="539113"/>
          </a:xfrm>
          <a:prstGeom prst="line">
            <a:avLst/>
          </a:prstGeom>
        </p:spPr>
        <p:style>
          <a:lnRef idx="2">
            <a:schemeClr val="dk1"/>
          </a:lnRef>
          <a:fillRef idx="0">
            <a:schemeClr val="dk1"/>
          </a:fillRef>
          <a:effectRef idx="1">
            <a:schemeClr val="dk1"/>
          </a:effectRef>
          <a:fontRef idx="minor">
            <a:schemeClr val="tx1"/>
          </a:fontRef>
        </p:style>
      </p:cxnSp>
      <p:sp>
        <p:nvSpPr>
          <p:cNvPr id="71" name="TextBox 70">
            <a:extLst>
              <a:ext uri="{FF2B5EF4-FFF2-40B4-BE49-F238E27FC236}">
                <a16:creationId xmlns:a16="http://schemas.microsoft.com/office/drawing/2014/main" id="{CC1CD5A5-38B7-A797-4DE3-866FD2760992}"/>
              </a:ext>
            </a:extLst>
          </p:cNvPr>
          <p:cNvSpPr txBox="1"/>
          <p:nvPr/>
        </p:nvSpPr>
        <p:spPr>
          <a:xfrm>
            <a:off x="8049704" y="4001562"/>
            <a:ext cx="1878048" cy="246221"/>
          </a:xfrm>
          <a:prstGeom prst="rect">
            <a:avLst/>
          </a:prstGeom>
          <a:noFill/>
        </p:spPr>
        <p:txBody>
          <a:bodyPr wrap="square" rtlCol="0">
            <a:spAutoFit/>
          </a:bodyPr>
          <a:lstStyle/>
          <a:p>
            <a:pPr algn="ctr"/>
            <a:r>
              <a:rPr lang="en-US" sz="1000" dirty="0"/>
              <a:t>sale completer</a:t>
            </a:r>
          </a:p>
        </p:txBody>
      </p:sp>
      <p:sp>
        <p:nvSpPr>
          <p:cNvPr id="72" name="TextBox 71">
            <a:extLst>
              <a:ext uri="{FF2B5EF4-FFF2-40B4-BE49-F238E27FC236}">
                <a16:creationId xmlns:a16="http://schemas.microsoft.com/office/drawing/2014/main" id="{8A470229-6208-E1F7-97CE-6596C0E17260}"/>
              </a:ext>
            </a:extLst>
          </p:cNvPr>
          <p:cNvSpPr txBox="1"/>
          <p:nvPr/>
        </p:nvSpPr>
        <p:spPr>
          <a:xfrm>
            <a:off x="7509732" y="5538646"/>
            <a:ext cx="822121" cy="400110"/>
          </a:xfrm>
          <a:prstGeom prst="rect">
            <a:avLst/>
          </a:prstGeom>
          <a:noFill/>
        </p:spPr>
        <p:txBody>
          <a:bodyPr wrap="square" rtlCol="0">
            <a:spAutoFit/>
          </a:bodyPr>
          <a:lstStyle/>
          <a:p>
            <a:pPr algn="ctr"/>
            <a:r>
              <a:rPr lang="en-US" sz="1000" dirty="0"/>
              <a:t>sale preparer</a:t>
            </a:r>
          </a:p>
        </p:txBody>
      </p:sp>
      <p:sp>
        <p:nvSpPr>
          <p:cNvPr id="73" name="TextBox 72">
            <a:extLst>
              <a:ext uri="{FF2B5EF4-FFF2-40B4-BE49-F238E27FC236}">
                <a16:creationId xmlns:a16="http://schemas.microsoft.com/office/drawing/2014/main" id="{19897A9F-FB69-6B27-FDF3-943FAE0906D8}"/>
              </a:ext>
            </a:extLst>
          </p:cNvPr>
          <p:cNvSpPr txBox="1"/>
          <p:nvPr/>
        </p:nvSpPr>
        <p:spPr>
          <a:xfrm>
            <a:off x="9637788" y="5558321"/>
            <a:ext cx="822121" cy="400110"/>
          </a:xfrm>
          <a:prstGeom prst="rect">
            <a:avLst/>
          </a:prstGeom>
          <a:noFill/>
        </p:spPr>
        <p:txBody>
          <a:bodyPr wrap="square" rtlCol="0">
            <a:spAutoFit/>
          </a:bodyPr>
          <a:lstStyle/>
          <a:p>
            <a:pPr algn="ctr"/>
            <a:r>
              <a:rPr lang="en-US" sz="1000" dirty="0"/>
              <a:t>sale deliverer</a:t>
            </a:r>
          </a:p>
        </p:txBody>
      </p:sp>
      <p:sp>
        <p:nvSpPr>
          <p:cNvPr id="76" name="TextBox 75">
            <a:extLst>
              <a:ext uri="{FF2B5EF4-FFF2-40B4-BE49-F238E27FC236}">
                <a16:creationId xmlns:a16="http://schemas.microsoft.com/office/drawing/2014/main" id="{3F515EDB-C467-C691-4A7E-999857DF747E}"/>
              </a:ext>
            </a:extLst>
          </p:cNvPr>
          <p:cNvSpPr txBox="1"/>
          <p:nvPr/>
        </p:nvSpPr>
        <p:spPr>
          <a:xfrm>
            <a:off x="8593059" y="5684146"/>
            <a:ext cx="822121" cy="246221"/>
          </a:xfrm>
          <a:prstGeom prst="rect">
            <a:avLst/>
          </a:prstGeom>
          <a:noFill/>
        </p:spPr>
        <p:txBody>
          <a:bodyPr wrap="square" rtlCol="0">
            <a:spAutoFit/>
          </a:bodyPr>
          <a:lstStyle/>
          <a:p>
            <a:pPr algn="ctr"/>
            <a:r>
              <a:rPr lang="en-US" sz="1000" dirty="0"/>
              <a:t>sale payer</a:t>
            </a:r>
          </a:p>
        </p:txBody>
      </p:sp>
      <p:sp>
        <p:nvSpPr>
          <p:cNvPr id="85" name="TextBox 84">
            <a:extLst>
              <a:ext uri="{FF2B5EF4-FFF2-40B4-BE49-F238E27FC236}">
                <a16:creationId xmlns:a16="http://schemas.microsoft.com/office/drawing/2014/main" id="{2C931741-D171-B4BE-47E0-6E056F8A526F}"/>
              </a:ext>
            </a:extLst>
          </p:cNvPr>
          <p:cNvSpPr txBox="1"/>
          <p:nvPr/>
        </p:nvSpPr>
        <p:spPr>
          <a:xfrm>
            <a:off x="9999016" y="4626810"/>
            <a:ext cx="394312" cy="246221"/>
          </a:xfrm>
          <a:prstGeom prst="rect">
            <a:avLst/>
          </a:prstGeom>
          <a:noFill/>
        </p:spPr>
        <p:txBody>
          <a:bodyPr wrap="square">
            <a:spAutoFit/>
          </a:bodyPr>
          <a:lstStyle/>
          <a:p>
            <a:r>
              <a:rPr lang="en-US" sz="1000" dirty="0"/>
              <a:t>0..1</a:t>
            </a:r>
            <a:endParaRPr lang="en-US" dirty="0"/>
          </a:p>
        </p:txBody>
      </p:sp>
      <p:sp>
        <p:nvSpPr>
          <p:cNvPr id="87" name="TextBox 86">
            <a:extLst>
              <a:ext uri="{FF2B5EF4-FFF2-40B4-BE49-F238E27FC236}">
                <a16:creationId xmlns:a16="http://schemas.microsoft.com/office/drawing/2014/main" id="{F521B797-A3A9-3D40-DC43-AF2C5002578B}"/>
              </a:ext>
            </a:extLst>
          </p:cNvPr>
          <p:cNvSpPr txBox="1"/>
          <p:nvPr/>
        </p:nvSpPr>
        <p:spPr>
          <a:xfrm>
            <a:off x="8561610" y="2405795"/>
            <a:ext cx="883734" cy="246221"/>
          </a:xfrm>
          <a:prstGeom prst="rect">
            <a:avLst/>
          </a:prstGeom>
          <a:noFill/>
        </p:spPr>
        <p:txBody>
          <a:bodyPr wrap="square">
            <a:spAutoFit/>
          </a:bodyPr>
          <a:lstStyle/>
          <a:p>
            <a:pPr algn="ctr"/>
            <a:r>
              <a:rPr lang="en-US" sz="1000" dirty="0"/>
              <a:t>MOHAMED</a:t>
            </a:r>
            <a:endParaRPr lang="en-US" dirty="0"/>
          </a:p>
        </p:txBody>
      </p:sp>
      <p:sp>
        <p:nvSpPr>
          <p:cNvPr id="89" name="Rectangle 88">
            <a:extLst>
              <a:ext uri="{FF2B5EF4-FFF2-40B4-BE49-F238E27FC236}">
                <a16:creationId xmlns:a16="http://schemas.microsoft.com/office/drawing/2014/main" id="{FAB73BBD-EE51-3433-0028-4C103EB728C1}"/>
              </a:ext>
            </a:extLst>
          </p:cNvPr>
          <p:cNvSpPr/>
          <p:nvPr/>
        </p:nvSpPr>
        <p:spPr>
          <a:xfrm>
            <a:off x="1740540" y="3460920"/>
            <a:ext cx="2950178" cy="822122"/>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1" name="Group 90">
            <a:extLst>
              <a:ext uri="{FF2B5EF4-FFF2-40B4-BE49-F238E27FC236}">
                <a16:creationId xmlns:a16="http://schemas.microsoft.com/office/drawing/2014/main" id="{A7EB49FA-0CE2-D4E8-B985-A1579A53C4C0}"/>
              </a:ext>
            </a:extLst>
          </p:cNvPr>
          <p:cNvGrpSpPr/>
          <p:nvPr/>
        </p:nvGrpSpPr>
        <p:grpSpPr>
          <a:xfrm>
            <a:off x="2948421" y="3199920"/>
            <a:ext cx="522000" cy="522000"/>
            <a:chOff x="4730449" y="1754609"/>
            <a:chExt cx="522000" cy="522000"/>
          </a:xfrm>
        </p:grpSpPr>
        <p:sp>
          <p:nvSpPr>
            <p:cNvPr id="93" name="Oval 92">
              <a:extLst>
                <a:ext uri="{FF2B5EF4-FFF2-40B4-BE49-F238E27FC236}">
                  <a16:creationId xmlns:a16="http://schemas.microsoft.com/office/drawing/2014/main" id="{9E13150C-1033-F675-3D1F-F8EFE95A43BD}"/>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94">
              <a:extLst>
                <a:ext uri="{FF2B5EF4-FFF2-40B4-BE49-F238E27FC236}">
                  <a16:creationId xmlns:a16="http://schemas.microsoft.com/office/drawing/2014/main" id="{719F90F8-EEC2-E0AE-3E6E-D5049CDD7B80}"/>
                </a:ext>
              </a:extLst>
            </p:cNvPr>
            <p:cNvSpPr/>
            <p:nvPr/>
          </p:nvSpPr>
          <p:spPr>
            <a:xfrm rot="2676523">
              <a:off x="4811449" y="1835609"/>
              <a:ext cx="360000" cy="36000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7" name="TextBox 96">
            <a:extLst>
              <a:ext uri="{FF2B5EF4-FFF2-40B4-BE49-F238E27FC236}">
                <a16:creationId xmlns:a16="http://schemas.microsoft.com/office/drawing/2014/main" id="{53F9BD81-760B-91E1-10CD-00A2BA3F4F96}"/>
              </a:ext>
            </a:extLst>
          </p:cNvPr>
          <p:cNvSpPr txBox="1"/>
          <p:nvPr/>
        </p:nvSpPr>
        <p:spPr>
          <a:xfrm>
            <a:off x="2948421" y="3322420"/>
            <a:ext cx="510076" cy="276999"/>
          </a:xfrm>
          <a:prstGeom prst="rect">
            <a:avLst/>
          </a:prstGeom>
          <a:noFill/>
        </p:spPr>
        <p:txBody>
          <a:bodyPr wrap="none" rtlCol="0">
            <a:spAutoFit/>
          </a:bodyPr>
          <a:lstStyle/>
          <a:p>
            <a:r>
              <a:rPr lang="en-US" sz="1200" dirty="0"/>
              <a:t>TK01</a:t>
            </a:r>
          </a:p>
        </p:txBody>
      </p:sp>
      <p:sp>
        <p:nvSpPr>
          <p:cNvPr id="103" name="Rectangle 102">
            <a:extLst>
              <a:ext uri="{FF2B5EF4-FFF2-40B4-BE49-F238E27FC236}">
                <a16:creationId xmlns:a16="http://schemas.microsoft.com/office/drawing/2014/main" id="{3C30FEED-A68A-0D51-1633-12DA22C52BA7}"/>
              </a:ext>
            </a:extLst>
          </p:cNvPr>
          <p:cNvSpPr/>
          <p:nvPr/>
        </p:nvSpPr>
        <p:spPr>
          <a:xfrm>
            <a:off x="2806969" y="5096049"/>
            <a:ext cx="822122" cy="8221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5" name="Group 104">
            <a:extLst>
              <a:ext uri="{FF2B5EF4-FFF2-40B4-BE49-F238E27FC236}">
                <a16:creationId xmlns:a16="http://schemas.microsoft.com/office/drawing/2014/main" id="{4652B34D-B1AA-4775-DF2C-CDF57B3E62B3}"/>
              </a:ext>
            </a:extLst>
          </p:cNvPr>
          <p:cNvGrpSpPr/>
          <p:nvPr/>
        </p:nvGrpSpPr>
        <p:grpSpPr>
          <a:xfrm>
            <a:off x="2957031" y="4835049"/>
            <a:ext cx="522000" cy="522000"/>
            <a:chOff x="4730449" y="1754609"/>
            <a:chExt cx="522000" cy="522000"/>
          </a:xfrm>
        </p:grpSpPr>
        <p:sp>
          <p:nvSpPr>
            <p:cNvPr id="106" name="Oval 105">
              <a:extLst>
                <a:ext uri="{FF2B5EF4-FFF2-40B4-BE49-F238E27FC236}">
                  <a16:creationId xmlns:a16="http://schemas.microsoft.com/office/drawing/2014/main" id="{C4CDD392-BF8A-B010-658E-39002B4723C8}"/>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106">
              <a:extLst>
                <a:ext uri="{FF2B5EF4-FFF2-40B4-BE49-F238E27FC236}">
                  <a16:creationId xmlns:a16="http://schemas.microsoft.com/office/drawing/2014/main" id="{32E8AE9F-6B6E-C792-BE12-A2AC6AAF09FD}"/>
                </a:ext>
              </a:extLst>
            </p:cNvPr>
            <p:cNvSpPr/>
            <p:nvPr/>
          </p:nvSpPr>
          <p:spPr>
            <a:xfrm rot="2676523">
              <a:off x="4811449" y="1835609"/>
              <a:ext cx="360000" cy="36000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8" name="TextBox 107">
            <a:extLst>
              <a:ext uri="{FF2B5EF4-FFF2-40B4-BE49-F238E27FC236}">
                <a16:creationId xmlns:a16="http://schemas.microsoft.com/office/drawing/2014/main" id="{2CC743A1-6E5E-8B69-E262-17CE868D9AD7}"/>
              </a:ext>
            </a:extLst>
          </p:cNvPr>
          <p:cNvSpPr txBox="1"/>
          <p:nvPr/>
        </p:nvSpPr>
        <p:spPr>
          <a:xfrm>
            <a:off x="2957031" y="4957549"/>
            <a:ext cx="510076" cy="276999"/>
          </a:xfrm>
          <a:prstGeom prst="rect">
            <a:avLst/>
          </a:prstGeom>
          <a:noFill/>
        </p:spPr>
        <p:txBody>
          <a:bodyPr wrap="none" rtlCol="0">
            <a:spAutoFit/>
          </a:bodyPr>
          <a:lstStyle/>
          <a:p>
            <a:r>
              <a:rPr lang="en-US" sz="1200" dirty="0"/>
              <a:t>TK02</a:t>
            </a:r>
          </a:p>
        </p:txBody>
      </p:sp>
      <p:sp>
        <p:nvSpPr>
          <p:cNvPr id="109" name="Rectangle 108">
            <a:extLst>
              <a:ext uri="{FF2B5EF4-FFF2-40B4-BE49-F238E27FC236}">
                <a16:creationId xmlns:a16="http://schemas.microsoft.com/office/drawing/2014/main" id="{F8C85E34-3220-A474-0A77-17540B423006}"/>
              </a:ext>
            </a:extLst>
          </p:cNvPr>
          <p:cNvSpPr/>
          <p:nvPr/>
        </p:nvSpPr>
        <p:spPr>
          <a:xfrm>
            <a:off x="1740540" y="5083156"/>
            <a:ext cx="822122" cy="8221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 name="Group 109">
            <a:extLst>
              <a:ext uri="{FF2B5EF4-FFF2-40B4-BE49-F238E27FC236}">
                <a16:creationId xmlns:a16="http://schemas.microsoft.com/office/drawing/2014/main" id="{9BBA46A4-2201-E44D-637E-26CB63F52CA4}"/>
              </a:ext>
            </a:extLst>
          </p:cNvPr>
          <p:cNvGrpSpPr/>
          <p:nvPr/>
        </p:nvGrpSpPr>
        <p:grpSpPr>
          <a:xfrm>
            <a:off x="1890601" y="4822156"/>
            <a:ext cx="522000" cy="522000"/>
            <a:chOff x="4730449" y="1754609"/>
            <a:chExt cx="522000" cy="522000"/>
          </a:xfrm>
        </p:grpSpPr>
        <p:sp>
          <p:nvSpPr>
            <p:cNvPr id="111" name="Oval 110">
              <a:extLst>
                <a:ext uri="{FF2B5EF4-FFF2-40B4-BE49-F238E27FC236}">
                  <a16:creationId xmlns:a16="http://schemas.microsoft.com/office/drawing/2014/main" id="{5813D99F-85CA-6C3B-E424-C228C45C92EE}"/>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111">
              <a:extLst>
                <a:ext uri="{FF2B5EF4-FFF2-40B4-BE49-F238E27FC236}">
                  <a16:creationId xmlns:a16="http://schemas.microsoft.com/office/drawing/2014/main" id="{E254D343-6626-39A5-7621-F1C82EE2A528}"/>
                </a:ext>
              </a:extLst>
            </p:cNvPr>
            <p:cNvSpPr/>
            <p:nvPr/>
          </p:nvSpPr>
          <p:spPr>
            <a:xfrm rot="2676523">
              <a:off x="4811449" y="1835609"/>
              <a:ext cx="360000" cy="36000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3" name="TextBox 112">
            <a:extLst>
              <a:ext uri="{FF2B5EF4-FFF2-40B4-BE49-F238E27FC236}">
                <a16:creationId xmlns:a16="http://schemas.microsoft.com/office/drawing/2014/main" id="{649C28AB-3809-5055-344F-E960EC3A797C}"/>
              </a:ext>
            </a:extLst>
          </p:cNvPr>
          <p:cNvSpPr txBox="1"/>
          <p:nvPr/>
        </p:nvSpPr>
        <p:spPr>
          <a:xfrm>
            <a:off x="1890601" y="4944656"/>
            <a:ext cx="510076" cy="276999"/>
          </a:xfrm>
          <a:prstGeom prst="rect">
            <a:avLst/>
          </a:prstGeom>
          <a:noFill/>
        </p:spPr>
        <p:txBody>
          <a:bodyPr wrap="none" rtlCol="0">
            <a:spAutoFit/>
          </a:bodyPr>
          <a:lstStyle/>
          <a:p>
            <a:r>
              <a:rPr lang="en-US" sz="1200" dirty="0"/>
              <a:t>TK04</a:t>
            </a:r>
          </a:p>
        </p:txBody>
      </p:sp>
      <p:sp>
        <p:nvSpPr>
          <p:cNvPr id="114" name="Rectangle 113">
            <a:extLst>
              <a:ext uri="{FF2B5EF4-FFF2-40B4-BE49-F238E27FC236}">
                <a16:creationId xmlns:a16="http://schemas.microsoft.com/office/drawing/2014/main" id="{C3B06F30-4D34-D374-236C-51F21D4AF089}"/>
              </a:ext>
            </a:extLst>
          </p:cNvPr>
          <p:cNvSpPr/>
          <p:nvPr/>
        </p:nvSpPr>
        <p:spPr>
          <a:xfrm>
            <a:off x="3868595" y="5102496"/>
            <a:ext cx="822122" cy="822122"/>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5" name="Group 114">
            <a:extLst>
              <a:ext uri="{FF2B5EF4-FFF2-40B4-BE49-F238E27FC236}">
                <a16:creationId xmlns:a16="http://schemas.microsoft.com/office/drawing/2014/main" id="{1F1A73A3-D956-FB7E-B977-BB18C1520EF5}"/>
              </a:ext>
            </a:extLst>
          </p:cNvPr>
          <p:cNvGrpSpPr/>
          <p:nvPr/>
        </p:nvGrpSpPr>
        <p:grpSpPr>
          <a:xfrm>
            <a:off x="4018656" y="4841496"/>
            <a:ext cx="522000" cy="522000"/>
            <a:chOff x="4730449" y="1754609"/>
            <a:chExt cx="522000" cy="522000"/>
          </a:xfrm>
        </p:grpSpPr>
        <p:sp>
          <p:nvSpPr>
            <p:cNvPr id="116" name="Oval 115">
              <a:extLst>
                <a:ext uri="{FF2B5EF4-FFF2-40B4-BE49-F238E27FC236}">
                  <a16:creationId xmlns:a16="http://schemas.microsoft.com/office/drawing/2014/main" id="{79F96AF4-C8B1-77E7-7D09-F2BFA269BF23}"/>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Rectangle 116">
              <a:extLst>
                <a:ext uri="{FF2B5EF4-FFF2-40B4-BE49-F238E27FC236}">
                  <a16:creationId xmlns:a16="http://schemas.microsoft.com/office/drawing/2014/main" id="{7C2A3CCC-00FB-6A7C-3B19-DB0A910F47CE}"/>
                </a:ext>
              </a:extLst>
            </p:cNvPr>
            <p:cNvSpPr/>
            <p:nvPr/>
          </p:nvSpPr>
          <p:spPr>
            <a:xfrm rot="2676523">
              <a:off x="4811449" y="1835609"/>
              <a:ext cx="360000" cy="36000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8" name="TextBox 117">
            <a:extLst>
              <a:ext uri="{FF2B5EF4-FFF2-40B4-BE49-F238E27FC236}">
                <a16:creationId xmlns:a16="http://schemas.microsoft.com/office/drawing/2014/main" id="{9D266F20-AC94-99B9-E84A-EF0E0596A803}"/>
              </a:ext>
            </a:extLst>
          </p:cNvPr>
          <p:cNvSpPr txBox="1"/>
          <p:nvPr/>
        </p:nvSpPr>
        <p:spPr>
          <a:xfrm>
            <a:off x="4018656" y="4963996"/>
            <a:ext cx="510076" cy="276999"/>
          </a:xfrm>
          <a:prstGeom prst="rect">
            <a:avLst/>
          </a:prstGeom>
          <a:noFill/>
        </p:spPr>
        <p:txBody>
          <a:bodyPr wrap="none" rtlCol="0">
            <a:spAutoFit/>
          </a:bodyPr>
          <a:lstStyle/>
          <a:p>
            <a:r>
              <a:rPr lang="en-US" sz="1200" dirty="0"/>
              <a:t>TK03</a:t>
            </a:r>
          </a:p>
        </p:txBody>
      </p:sp>
      <p:cxnSp>
        <p:nvCxnSpPr>
          <p:cNvPr id="119" name="Straight Connector 118">
            <a:extLst>
              <a:ext uri="{FF2B5EF4-FFF2-40B4-BE49-F238E27FC236}">
                <a16:creationId xmlns:a16="http://schemas.microsoft.com/office/drawing/2014/main" id="{28E84E87-8B13-1248-B30A-35DB44BACF41}"/>
              </a:ext>
            </a:extLst>
          </p:cNvPr>
          <p:cNvCxnSpPr>
            <a:cxnSpLocks/>
            <a:endCxn id="93" idx="0"/>
          </p:cNvCxnSpPr>
          <p:nvPr/>
        </p:nvCxnSpPr>
        <p:spPr>
          <a:xfrm flipH="1">
            <a:off x="3207951" y="2660807"/>
            <a:ext cx="6272" cy="539113"/>
          </a:xfrm>
          <a:prstGeom prst="line">
            <a:avLst/>
          </a:prstGeom>
        </p:spPr>
        <p:style>
          <a:lnRef idx="2">
            <a:schemeClr val="dk1"/>
          </a:lnRef>
          <a:fillRef idx="0">
            <a:schemeClr val="dk1"/>
          </a:fillRef>
          <a:effectRef idx="1">
            <a:schemeClr val="dk1"/>
          </a:effectRef>
          <a:fontRef idx="minor">
            <a:schemeClr val="tx1"/>
          </a:fontRef>
        </p:style>
      </p:cxnSp>
      <p:cxnSp>
        <p:nvCxnSpPr>
          <p:cNvPr id="120" name="Straight Connector 119">
            <a:extLst>
              <a:ext uri="{FF2B5EF4-FFF2-40B4-BE49-F238E27FC236}">
                <a16:creationId xmlns:a16="http://schemas.microsoft.com/office/drawing/2014/main" id="{FB9B3167-6932-9840-8883-07BC9CC8CA6D}"/>
              </a:ext>
            </a:extLst>
          </p:cNvPr>
          <p:cNvCxnSpPr/>
          <p:nvPr/>
        </p:nvCxnSpPr>
        <p:spPr>
          <a:xfrm flipH="1">
            <a:off x="3219564" y="4289489"/>
            <a:ext cx="6272" cy="539113"/>
          </a:xfrm>
          <a:prstGeom prst="line">
            <a:avLst/>
          </a:prstGeom>
        </p:spPr>
        <p:style>
          <a:lnRef idx="2">
            <a:schemeClr val="dk1"/>
          </a:lnRef>
          <a:fillRef idx="0">
            <a:schemeClr val="dk1"/>
          </a:fillRef>
          <a:effectRef idx="1">
            <a:schemeClr val="dk1"/>
          </a:effectRef>
          <a:fontRef idx="minor">
            <a:schemeClr val="tx1"/>
          </a:fontRef>
        </p:style>
      </p:cxnSp>
      <p:cxnSp>
        <p:nvCxnSpPr>
          <p:cNvPr id="121" name="Straight Connector 120">
            <a:extLst>
              <a:ext uri="{FF2B5EF4-FFF2-40B4-BE49-F238E27FC236}">
                <a16:creationId xmlns:a16="http://schemas.microsoft.com/office/drawing/2014/main" id="{3397A2C8-8F3F-8E31-8D64-09C761A054E1}"/>
              </a:ext>
            </a:extLst>
          </p:cNvPr>
          <p:cNvCxnSpPr/>
          <p:nvPr/>
        </p:nvCxnSpPr>
        <p:spPr>
          <a:xfrm flipH="1">
            <a:off x="2145639" y="4283042"/>
            <a:ext cx="6272" cy="539113"/>
          </a:xfrm>
          <a:prstGeom prst="line">
            <a:avLst/>
          </a:prstGeom>
        </p:spPr>
        <p:style>
          <a:lnRef idx="2">
            <a:schemeClr val="dk1"/>
          </a:lnRef>
          <a:fillRef idx="0">
            <a:schemeClr val="dk1"/>
          </a:fillRef>
          <a:effectRef idx="1">
            <a:schemeClr val="dk1"/>
          </a:effectRef>
          <a:fontRef idx="minor">
            <a:schemeClr val="tx1"/>
          </a:fontRef>
        </p:style>
      </p:cxnSp>
      <p:cxnSp>
        <p:nvCxnSpPr>
          <p:cNvPr id="122" name="Straight Connector 121">
            <a:extLst>
              <a:ext uri="{FF2B5EF4-FFF2-40B4-BE49-F238E27FC236}">
                <a16:creationId xmlns:a16="http://schemas.microsoft.com/office/drawing/2014/main" id="{6B7838CD-3C39-C8E8-F9C2-987A7B62198A}"/>
              </a:ext>
            </a:extLst>
          </p:cNvPr>
          <p:cNvCxnSpPr/>
          <p:nvPr/>
        </p:nvCxnSpPr>
        <p:spPr>
          <a:xfrm flipH="1">
            <a:off x="4273384" y="4289489"/>
            <a:ext cx="6272" cy="539113"/>
          </a:xfrm>
          <a:prstGeom prst="line">
            <a:avLst/>
          </a:prstGeom>
        </p:spPr>
        <p:style>
          <a:lnRef idx="2">
            <a:schemeClr val="dk1"/>
          </a:lnRef>
          <a:fillRef idx="0">
            <a:schemeClr val="dk1"/>
          </a:fillRef>
          <a:effectRef idx="1">
            <a:schemeClr val="dk1"/>
          </a:effectRef>
          <a:fontRef idx="minor">
            <a:schemeClr val="tx1"/>
          </a:fontRef>
        </p:style>
      </p:cxnSp>
      <p:sp>
        <p:nvSpPr>
          <p:cNvPr id="123" name="TextBox 122">
            <a:extLst>
              <a:ext uri="{FF2B5EF4-FFF2-40B4-BE49-F238E27FC236}">
                <a16:creationId xmlns:a16="http://schemas.microsoft.com/office/drawing/2014/main" id="{85134EB7-E85D-750B-1F4E-5A9BF04C786B}"/>
              </a:ext>
            </a:extLst>
          </p:cNvPr>
          <p:cNvSpPr txBox="1"/>
          <p:nvPr/>
        </p:nvSpPr>
        <p:spPr>
          <a:xfrm>
            <a:off x="2272063" y="3976473"/>
            <a:ext cx="1878048" cy="246221"/>
          </a:xfrm>
          <a:prstGeom prst="rect">
            <a:avLst/>
          </a:prstGeom>
          <a:noFill/>
        </p:spPr>
        <p:txBody>
          <a:bodyPr wrap="square" rtlCol="0">
            <a:spAutoFit/>
          </a:bodyPr>
          <a:lstStyle/>
          <a:p>
            <a:pPr algn="ctr"/>
            <a:r>
              <a:rPr lang="en-US" sz="1000" dirty="0"/>
              <a:t>purchase completer</a:t>
            </a:r>
          </a:p>
        </p:txBody>
      </p:sp>
      <p:sp>
        <p:nvSpPr>
          <p:cNvPr id="124" name="TextBox 123">
            <a:extLst>
              <a:ext uri="{FF2B5EF4-FFF2-40B4-BE49-F238E27FC236}">
                <a16:creationId xmlns:a16="http://schemas.microsoft.com/office/drawing/2014/main" id="{25A53D98-A7D3-79A0-EC8B-253EF5E5A321}"/>
              </a:ext>
            </a:extLst>
          </p:cNvPr>
          <p:cNvSpPr txBox="1"/>
          <p:nvPr/>
        </p:nvSpPr>
        <p:spPr>
          <a:xfrm>
            <a:off x="1732091" y="5513557"/>
            <a:ext cx="822121" cy="400110"/>
          </a:xfrm>
          <a:prstGeom prst="rect">
            <a:avLst/>
          </a:prstGeom>
          <a:noFill/>
        </p:spPr>
        <p:txBody>
          <a:bodyPr wrap="square" rtlCol="0">
            <a:spAutoFit/>
          </a:bodyPr>
          <a:lstStyle/>
          <a:p>
            <a:pPr algn="ctr"/>
            <a:r>
              <a:rPr lang="en-US" sz="1000" dirty="0"/>
              <a:t>purchase preparer</a:t>
            </a:r>
          </a:p>
        </p:txBody>
      </p:sp>
      <p:sp>
        <p:nvSpPr>
          <p:cNvPr id="125" name="TextBox 124">
            <a:extLst>
              <a:ext uri="{FF2B5EF4-FFF2-40B4-BE49-F238E27FC236}">
                <a16:creationId xmlns:a16="http://schemas.microsoft.com/office/drawing/2014/main" id="{358C3BE1-1007-D50F-5A4F-E18A70046BA4}"/>
              </a:ext>
            </a:extLst>
          </p:cNvPr>
          <p:cNvSpPr txBox="1"/>
          <p:nvPr/>
        </p:nvSpPr>
        <p:spPr>
          <a:xfrm>
            <a:off x="3860147" y="5533232"/>
            <a:ext cx="822121" cy="400110"/>
          </a:xfrm>
          <a:prstGeom prst="rect">
            <a:avLst/>
          </a:prstGeom>
          <a:noFill/>
        </p:spPr>
        <p:txBody>
          <a:bodyPr wrap="square" rtlCol="0">
            <a:spAutoFit/>
          </a:bodyPr>
          <a:lstStyle/>
          <a:p>
            <a:pPr algn="ctr"/>
            <a:r>
              <a:rPr lang="en-US" sz="1000" dirty="0"/>
              <a:t>purchase deliverer</a:t>
            </a:r>
          </a:p>
        </p:txBody>
      </p:sp>
      <p:sp>
        <p:nvSpPr>
          <p:cNvPr id="126" name="TextBox 125">
            <a:extLst>
              <a:ext uri="{FF2B5EF4-FFF2-40B4-BE49-F238E27FC236}">
                <a16:creationId xmlns:a16="http://schemas.microsoft.com/office/drawing/2014/main" id="{01EF4D2F-044F-491E-7186-76975E3FCECC}"/>
              </a:ext>
            </a:extLst>
          </p:cNvPr>
          <p:cNvSpPr txBox="1"/>
          <p:nvPr/>
        </p:nvSpPr>
        <p:spPr>
          <a:xfrm>
            <a:off x="2809793" y="5538646"/>
            <a:ext cx="822121" cy="400110"/>
          </a:xfrm>
          <a:prstGeom prst="rect">
            <a:avLst/>
          </a:prstGeom>
          <a:noFill/>
        </p:spPr>
        <p:txBody>
          <a:bodyPr wrap="square" rtlCol="0">
            <a:spAutoFit/>
          </a:bodyPr>
          <a:lstStyle/>
          <a:p>
            <a:pPr algn="ctr"/>
            <a:r>
              <a:rPr lang="en-US" sz="1000" dirty="0"/>
              <a:t>purchase payer</a:t>
            </a:r>
          </a:p>
        </p:txBody>
      </p:sp>
      <p:sp>
        <p:nvSpPr>
          <p:cNvPr id="127" name="TextBox 126">
            <a:extLst>
              <a:ext uri="{FF2B5EF4-FFF2-40B4-BE49-F238E27FC236}">
                <a16:creationId xmlns:a16="http://schemas.microsoft.com/office/drawing/2014/main" id="{86CCA619-14E2-24AE-2CE3-4A82C3FA366E}"/>
              </a:ext>
            </a:extLst>
          </p:cNvPr>
          <p:cNvSpPr txBox="1"/>
          <p:nvPr/>
        </p:nvSpPr>
        <p:spPr>
          <a:xfrm>
            <a:off x="4221375" y="4601721"/>
            <a:ext cx="394312" cy="246221"/>
          </a:xfrm>
          <a:prstGeom prst="rect">
            <a:avLst/>
          </a:prstGeom>
          <a:noFill/>
        </p:spPr>
        <p:txBody>
          <a:bodyPr wrap="square">
            <a:spAutoFit/>
          </a:bodyPr>
          <a:lstStyle/>
          <a:p>
            <a:r>
              <a:rPr lang="en-US" sz="1000" dirty="0"/>
              <a:t>0..1</a:t>
            </a:r>
            <a:endParaRPr lang="en-US" dirty="0"/>
          </a:p>
        </p:txBody>
      </p:sp>
      <p:sp>
        <p:nvSpPr>
          <p:cNvPr id="129" name="Rectangle 128">
            <a:extLst>
              <a:ext uri="{FF2B5EF4-FFF2-40B4-BE49-F238E27FC236}">
                <a16:creationId xmlns:a16="http://schemas.microsoft.com/office/drawing/2014/main" id="{7BBF3730-69F7-BE43-07A0-C087AB4F0234}"/>
              </a:ext>
            </a:extLst>
          </p:cNvPr>
          <p:cNvSpPr/>
          <p:nvPr/>
        </p:nvSpPr>
        <p:spPr>
          <a:xfrm>
            <a:off x="2815418" y="1841353"/>
            <a:ext cx="822122" cy="8221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0" name="Group 129">
            <a:extLst>
              <a:ext uri="{FF2B5EF4-FFF2-40B4-BE49-F238E27FC236}">
                <a16:creationId xmlns:a16="http://schemas.microsoft.com/office/drawing/2014/main" id="{8F64CF64-6FBE-7443-253F-60EA5F738BAE}"/>
              </a:ext>
            </a:extLst>
          </p:cNvPr>
          <p:cNvGrpSpPr/>
          <p:nvPr/>
        </p:nvGrpSpPr>
        <p:grpSpPr>
          <a:xfrm>
            <a:off x="2954868" y="2009860"/>
            <a:ext cx="522000" cy="522000"/>
            <a:chOff x="4730449" y="1754609"/>
            <a:chExt cx="522000" cy="522000"/>
          </a:xfrm>
        </p:grpSpPr>
        <p:sp>
          <p:nvSpPr>
            <p:cNvPr id="131" name="Oval 130">
              <a:extLst>
                <a:ext uri="{FF2B5EF4-FFF2-40B4-BE49-F238E27FC236}">
                  <a16:creationId xmlns:a16="http://schemas.microsoft.com/office/drawing/2014/main" id="{B61FB9F7-54BE-8018-2B7F-0785A926216E}"/>
                </a:ext>
              </a:extLst>
            </p:cNvPr>
            <p:cNvSpPr/>
            <p:nvPr/>
          </p:nvSpPr>
          <p:spPr>
            <a:xfrm>
              <a:off x="4730449" y="1754609"/>
              <a:ext cx="522000" cy="522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 name="Rectangle 131">
              <a:extLst>
                <a:ext uri="{FF2B5EF4-FFF2-40B4-BE49-F238E27FC236}">
                  <a16:creationId xmlns:a16="http://schemas.microsoft.com/office/drawing/2014/main" id="{003DFD0F-B42B-FC50-2E84-C9B7DA5FC4CB}"/>
                </a:ext>
              </a:extLst>
            </p:cNvPr>
            <p:cNvSpPr/>
            <p:nvPr/>
          </p:nvSpPr>
          <p:spPr>
            <a:xfrm rot="2676523">
              <a:off x="4811449" y="1835609"/>
              <a:ext cx="360000" cy="36000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3" name="TextBox 132">
            <a:extLst>
              <a:ext uri="{FF2B5EF4-FFF2-40B4-BE49-F238E27FC236}">
                <a16:creationId xmlns:a16="http://schemas.microsoft.com/office/drawing/2014/main" id="{A534EE7D-51AA-2111-D123-6CD4ED135A2A}"/>
              </a:ext>
            </a:extLst>
          </p:cNvPr>
          <p:cNvSpPr txBox="1"/>
          <p:nvPr/>
        </p:nvSpPr>
        <p:spPr>
          <a:xfrm>
            <a:off x="2954868" y="2132360"/>
            <a:ext cx="510076" cy="276999"/>
          </a:xfrm>
          <a:prstGeom prst="rect">
            <a:avLst/>
          </a:prstGeom>
          <a:noFill/>
        </p:spPr>
        <p:txBody>
          <a:bodyPr wrap="none" rtlCol="0">
            <a:spAutoFit/>
          </a:bodyPr>
          <a:lstStyle/>
          <a:p>
            <a:r>
              <a:rPr lang="en-US" sz="1200" dirty="0"/>
              <a:t>TK00</a:t>
            </a:r>
          </a:p>
        </p:txBody>
      </p:sp>
      <p:sp>
        <p:nvSpPr>
          <p:cNvPr id="134" name="TextBox 133">
            <a:extLst>
              <a:ext uri="{FF2B5EF4-FFF2-40B4-BE49-F238E27FC236}">
                <a16:creationId xmlns:a16="http://schemas.microsoft.com/office/drawing/2014/main" id="{B71CD8F0-05D9-BF1E-CCC9-68BFA2207E30}"/>
              </a:ext>
            </a:extLst>
          </p:cNvPr>
          <p:cNvSpPr txBox="1"/>
          <p:nvPr/>
        </p:nvSpPr>
        <p:spPr>
          <a:xfrm>
            <a:off x="2802248" y="1808631"/>
            <a:ext cx="822121" cy="246221"/>
          </a:xfrm>
          <a:prstGeom prst="rect">
            <a:avLst/>
          </a:prstGeom>
          <a:noFill/>
        </p:spPr>
        <p:txBody>
          <a:bodyPr wrap="square" rtlCol="0">
            <a:spAutoFit/>
          </a:bodyPr>
          <a:lstStyle/>
          <a:p>
            <a:pPr algn="ctr"/>
            <a:r>
              <a:rPr lang="en-US" sz="1000" dirty="0"/>
              <a:t>purchase </a:t>
            </a:r>
          </a:p>
        </p:txBody>
      </p:sp>
      <p:sp>
        <p:nvSpPr>
          <p:cNvPr id="136" name="TextBox 135">
            <a:extLst>
              <a:ext uri="{FF2B5EF4-FFF2-40B4-BE49-F238E27FC236}">
                <a16:creationId xmlns:a16="http://schemas.microsoft.com/office/drawing/2014/main" id="{E0D08194-22BB-511D-76A2-1B56F5B64986}"/>
              </a:ext>
            </a:extLst>
          </p:cNvPr>
          <p:cNvSpPr txBox="1"/>
          <p:nvPr/>
        </p:nvSpPr>
        <p:spPr>
          <a:xfrm>
            <a:off x="2802248" y="2463086"/>
            <a:ext cx="822121" cy="246221"/>
          </a:xfrm>
          <a:prstGeom prst="rect">
            <a:avLst/>
          </a:prstGeom>
          <a:noFill/>
        </p:spPr>
        <p:txBody>
          <a:bodyPr wrap="square" rtlCol="0">
            <a:spAutoFit/>
          </a:bodyPr>
          <a:lstStyle/>
          <a:p>
            <a:pPr algn="ctr"/>
            <a:r>
              <a:rPr lang="en-US" sz="1000" dirty="0"/>
              <a:t>manager</a:t>
            </a:r>
          </a:p>
        </p:txBody>
      </p:sp>
    </p:spTree>
    <p:extLst>
      <p:ext uri="{BB962C8B-B14F-4D97-AF65-F5344CB8AC3E}">
        <p14:creationId xmlns:p14="http://schemas.microsoft.com/office/powerpoint/2010/main" val="1306003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8AA6518-9571-6015-B543-F9F7BEAC5240}"/>
              </a:ext>
            </a:extLst>
          </p:cNvPr>
          <p:cNvSpPr>
            <a:spLocks noGrp="1"/>
          </p:cNvSpPr>
          <p:nvPr>
            <p:ph type="body" sz="quarter" idx="15"/>
          </p:nvPr>
        </p:nvSpPr>
        <p:spPr/>
        <p:txBody>
          <a:bodyPr/>
          <a:lstStyle/>
          <a:p>
            <a:r>
              <a:rPr lang="en-US" dirty="0"/>
              <a:t>OFD for both</a:t>
            </a:r>
          </a:p>
        </p:txBody>
      </p:sp>
      <p:sp>
        <p:nvSpPr>
          <p:cNvPr id="7" name="Rectangle: Rounded Corners 6">
            <a:extLst>
              <a:ext uri="{FF2B5EF4-FFF2-40B4-BE49-F238E27FC236}">
                <a16:creationId xmlns:a16="http://schemas.microsoft.com/office/drawing/2014/main" id="{DAFEB46D-4D38-D9D1-E520-95B70B84E443}"/>
              </a:ext>
            </a:extLst>
          </p:cNvPr>
          <p:cNvSpPr/>
          <p:nvPr/>
        </p:nvSpPr>
        <p:spPr>
          <a:xfrm>
            <a:off x="2304592" y="3536781"/>
            <a:ext cx="1760434" cy="771763"/>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958FA38-3DD9-A741-EFFE-7D881A37E4BE}"/>
              </a:ext>
            </a:extLst>
          </p:cNvPr>
          <p:cNvSpPr/>
          <p:nvPr/>
        </p:nvSpPr>
        <p:spPr>
          <a:xfrm>
            <a:off x="2304592" y="4395325"/>
            <a:ext cx="1760434" cy="771763"/>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31DCD720-45A1-758E-8B2B-A928A5D9C8B4}"/>
              </a:ext>
            </a:extLst>
          </p:cNvPr>
          <p:cNvSpPr/>
          <p:nvPr/>
        </p:nvSpPr>
        <p:spPr>
          <a:xfrm>
            <a:off x="2304592" y="5236419"/>
            <a:ext cx="1760434" cy="771763"/>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27C12323-9095-4B80-E9D9-E337AAB019C6}"/>
              </a:ext>
            </a:extLst>
          </p:cNvPr>
          <p:cNvCxnSpPr>
            <a:cxnSpLocks/>
          </p:cNvCxnSpPr>
          <p:nvPr/>
        </p:nvCxnSpPr>
        <p:spPr>
          <a:xfrm flipH="1" flipV="1">
            <a:off x="2185560" y="4823915"/>
            <a:ext cx="870793" cy="1"/>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B4AB838F-8D34-38E5-1A94-55CE92C948E2}"/>
              </a:ext>
            </a:extLst>
          </p:cNvPr>
          <p:cNvCxnSpPr>
            <a:cxnSpLocks/>
          </p:cNvCxnSpPr>
          <p:nvPr/>
        </p:nvCxnSpPr>
        <p:spPr>
          <a:xfrm flipH="1" flipV="1">
            <a:off x="2196143" y="5675810"/>
            <a:ext cx="870793" cy="1"/>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92DA0813-714C-3CF3-30C6-296EC1049DAE}"/>
              </a:ext>
            </a:extLst>
          </p:cNvPr>
          <p:cNvCxnSpPr>
            <a:cxnSpLocks/>
            <a:stCxn id="22" idx="1"/>
          </p:cNvCxnSpPr>
          <p:nvPr/>
        </p:nvCxnSpPr>
        <p:spPr>
          <a:xfrm flipH="1" flipV="1">
            <a:off x="2185560" y="3998201"/>
            <a:ext cx="872451" cy="1"/>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6421E11C-916A-3026-90F2-B8B32B6C0C72}"/>
              </a:ext>
            </a:extLst>
          </p:cNvPr>
          <p:cNvCxnSpPr>
            <a:cxnSpLocks/>
            <a:stCxn id="18" idx="2"/>
            <a:endCxn id="14" idx="0"/>
          </p:cNvCxnSpPr>
          <p:nvPr/>
        </p:nvCxnSpPr>
        <p:spPr>
          <a:xfrm>
            <a:off x="1315968" y="2651246"/>
            <a:ext cx="0" cy="472730"/>
          </a:xfrm>
          <a:prstGeom prst="line">
            <a:avLst/>
          </a:prstGeom>
        </p:spPr>
        <p:style>
          <a:lnRef idx="2">
            <a:schemeClr val="dk1"/>
          </a:lnRef>
          <a:fillRef idx="0">
            <a:schemeClr val="dk1"/>
          </a:fillRef>
          <a:effectRef idx="1">
            <a:schemeClr val="dk1"/>
          </a:effectRef>
          <a:fontRef idx="minor">
            <a:schemeClr val="tx1"/>
          </a:fontRef>
        </p:style>
      </p:cxnSp>
      <p:sp>
        <p:nvSpPr>
          <p:cNvPr id="14" name="Rectangle: Rounded Corners 13">
            <a:extLst>
              <a:ext uri="{FF2B5EF4-FFF2-40B4-BE49-F238E27FC236}">
                <a16:creationId xmlns:a16="http://schemas.microsoft.com/office/drawing/2014/main" id="{40EB7BAE-546E-B6B0-8AE0-1FC9345AA333}"/>
              </a:ext>
            </a:extLst>
          </p:cNvPr>
          <p:cNvSpPr/>
          <p:nvPr/>
        </p:nvSpPr>
        <p:spPr>
          <a:xfrm>
            <a:off x="435751" y="3123976"/>
            <a:ext cx="1760434" cy="2884206"/>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B781083-053F-02AE-791A-98080247FD53}"/>
              </a:ext>
            </a:extLst>
          </p:cNvPr>
          <p:cNvSpPr txBox="1"/>
          <p:nvPr/>
        </p:nvSpPr>
        <p:spPr>
          <a:xfrm>
            <a:off x="997707" y="3123976"/>
            <a:ext cx="636521" cy="338554"/>
          </a:xfrm>
          <a:prstGeom prst="rect">
            <a:avLst/>
          </a:prstGeom>
          <a:noFill/>
        </p:spPr>
        <p:txBody>
          <a:bodyPr wrap="none" rtlCol="0">
            <a:spAutoFit/>
          </a:bodyPr>
          <a:lstStyle/>
          <a:p>
            <a:r>
              <a:rPr lang="en-US" sz="1600" dirty="0"/>
              <a:t>SALE</a:t>
            </a:r>
          </a:p>
        </p:txBody>
      </p:sp>
      <p:grpSp>
        <p:nvGrpSpPr>
          <p:cNvPr id="16" name="Group 15">
            <a:extLst>
              <a:ext uri="{FF2B5EF4-FFF2-40B4-BE49-F238E27FC236}">
                <a16:creationId xmlns:a16="http://schemas.microsoft.com/office/drawing/2014/main" id="{45EBC3FE-019A-8A73-93B3-C2F8B0BB5874}"/>
              </a:ext>
            </a:extLst>
          </p:cNvPr>
          <p:cNvGrpSpPr/>
          <p:nvPr/>
        </p:nvGrpSpPr>
        <p:grpSpPr>
          <a:xfrm>
            <a:off x="1189170" y="2405025"/>
            <a:ext cx="253596" cy="246221"/>
            <a:chOff x="3218881" y="1391632"/>
            <a:chExt cx="253596" cy="246221"/>
          </a:xfrm>
        </p:grpSpPr>
        <p:sp>
          <p:nvSpPr>
            <p:cNvPr id="17" name="Rectangle 16">
              <a:extLst>
                <a:ext uri="{FF2B5EF4-FFF2-40B4-BE49-F238E27FC236}">
                  <a16:creationId xmlns:a16="http://schemas.microsoft.com/office/drawing/2014/main" id="{DC9680F9-6CF5-FFE7-3E13-30E157B753A0}"/>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4D6AD86-7A75-0C3A-A1BA-73DE946E06EA}"/>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1</a:t>
              </a:r>
            </a:p>
          </p:txBody>
        </p:sp>
      </p:grpSp>
      <p:sp>
        <p:nvSpPr>
          <p:cNvPr id="19" name="TextBox 18">
            <a:extLst>
              <a:ext uri="{FF2B5EF4-FFF2-40B4-BE49-F238E27FC236}">
                <a16:creationId xmlns:a16="http://schemas.microsoft.com/office/drawing/2014/main" id="{DE4B773B-AF7F-1A05-4934-AE4708997760}"/>
              </a:ext>
            </a:extLst>
          </p:cNvPr>
          <p:cNvSpPr txBox="1"/>
          <p:nvPr/>
        </p:nvSpPr>
        <p:spPr>
          <a:xfrm>
            <a:off x="696247" y="2133865"/>
            <a:ext cx="1239442" cy="246221"/>
          </a:xfrm>
          <a:prstGeom prst="rect">
            <a:avLst/>
          </a:prstGeom>
          <a:noFill/>
        </p:spPr>
        <p:txBody>
          <a:bodyPr wrap="none" rtlCol="0">
            <a:spAutoFit/>
          </a:bodyPr>
          <a:lstStyle/>
          <a:p>
            <a:r>
              <a:rPr lang="en-US" sz="1000" dirty="0"/>
              <a:t>[sale] is completed</a:t>
            </a:r>
          </a:p>
        </p:txBody>
      </p:sp>
      <p:grpSp>
        <p:nvGrpSpPr>
          <p:cNvPr id="20" name="Group 19">
            <a:extLst>
              <a:ext uri="{FF2B5EF4-FFF2-40B4-BE49-F238E27FC236}">
                <a16:creationId xmlns:a16="http://schemas.microsoft.com/office/drawing/2014/main" id="{85F1F65A-9F87-90F9-4BCA-1A0C186A9832}"/>
              </a:ext>
            </a:extLst>
          </p:cNvPr>
          <p:cNvGrpSpPr/>
          <p:nvPr/>
        </p:nvGrpSpPr>
        <p:grpSpPr>
          <a:xfrm>
            <a:off x="3058011" y="3875091"/>
            <a:ext cx="253596" cy="246221"/>
            <a:chOff x="3218881" y="1391632"/>
            <a:chExt cx="253596" cy="246221"/>
          </a:xfrm>
        </p:grpSpPr>
        <p:sp>
          <p:nvSpPr>
            <p:cNvPr id="21" name="Rectangle 20">
              <a:extLst>
                <a:ext uri="{FF2B5EF4-FFF2-40B4-BE49-F238E27FC236}">
                  <a16:creationId xmlns:a16="http://schemas.microsoft.com/office/drawing/2014/main" id="{453598D4-C82D-0E28-EDD2-5C39C2F742DE}"/>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649E474-401D-2864-F074-BE1032C7EFE8}"/>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4</a:t>
              </a:r>
            </a:p>
          </p:txBody>
        </p:sp>
      </p:grpSp>
      <p:grpSp>
        <p:nvGrpSpPr>
          <p:cNvPr id="23" name="Group 22">
            <a:extLst>
              <a:ext uri="{FF2B5EF4-FFF2-40B4-BE49-F238E27FC236}">
                <a16:creationId xmlns:a16="http://schemas.microsoft.com/office/drawing/2014/main" id="{B6C39FF0-BB0E-68FA-7D1E-A1BEAA72442B}"/>
              </a:ext>
            </a:extLst>
          </p:cNvPr>
          <p:cNvGrpSpPr/>
          <p:nvPr/>
        </p:nvGrpSpPr>
        <p:grpSpPr>
          <a:xfrm>
            <a:off x="3058011" y="4704270"/>
            <a:ext cx="253596" cy="246221"/>
            <a:chOff x="3218881" y="1391632"/>
            <a:chExt cx="253596" cy="246221"/>
          </a:xfrm>
        </p:grpSpPr>
        <p:sp>
          <p:nvSpPr>
            <p:cNvPr id="24" name="Rectangle 23">
              <a:extLst>
                <a:ext uri="{FF2B5EF4-FFF2-40B4-BE49-F238E27FC236}">
                  <a16:creationId xmlns:a16="http://schemas.microsoft.com/office/drawing/2014/main" id="{D24D2E48-5B73-A6D4-3E2D-59C2F2E0567B}"/>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41614B2-DBB2-5FFA-FBA7-D42C05D7993B}"/>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2</a:t>
              </a:r>
            </a:p>
          </p:txBody>
        </p:sp>
      </p:grpSp>
      <p:grpSp>
        <p:nvGrpSpPr>
          <p:cNvPr id="26" name="Group 25">
            <a:extLst>
              <a:ext uri="{FF2B5EF4-FFF2-40B4-BE49-F238E27FC236}">
                <a16:creationId xmlns:a16="http://schemas.microsoft.com/office/drawing/2014/main" id="{1C836419-2527-5698-C626-A03C67D741E2}"/>
              </a:ext>
            </a:extLst>
          </p:cNvPr>
          <p:cNvGrpSpPr/>
          <p:nvPr/>
        </p:nvGrpSpPr>
        <p:grpSpPr>
          <a:xfrm>
            <a:off x="3058011" y="5552700"/>
            <a:ext cx="253596" cy="246221"/>
            <a:chOff x="3218881" y="1391632"/>
            <a:chExt cx="253596" cy="246221"/>
          </a:xfrm>
        </p:grpSpPr>
        <p:sp>
          <p:nvSpPr>
            <p:cNvPr id="27" name="Rectangle 26">
              <a:extLst>
                <a:ext uri="{FF2B5EF4-FFF2-40B4-BE49-F238E27FC236}">
                  <a16:creationId xmlns:a16="http://schemas.microsoft.com/office/drawing/2014/main" id="{D6E1B1D9-C5A6-D61B-2480-5DF0DA4C358D}"/>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447A4BA1-1668-A9DF-9788-92EFB9A7003C}"/>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3</a:t>
              </a:r>
            </a:p>
          </p:txBody>
        </p:sp>
      </p:grpSp>
      <p:sp>
        <p:nvSpPr>
          <p:cNvPr id="29" name="TextBox 28">
            <a:extLst>
              <a:ext uri="{FF2B5EF4-FFF2-40B4-BE49-F238E27FC236}">
                <a16:creationId xmlns:a16="http://schemas.microsoft.com/office/drawing/2014/main" id="{70F284B7-3C7D-356D-03BC-4B8140A435E7}"/>
              </a:ext>
            </a:extLst>
          </p:cNvPr>
          <p:cNvSpPr txBox="1"/>
          <p:nvPr/>
        </p:nvSpPr>
        <p:spPr>
          <a:xfrm>
            <a:off x="2597148" y="4103303"/>
            <a:ext cx="1175322" cy="246221"/>
          </a:xfrm>
          <a:prstGeom prst="rect">
            <a:avLst/>
          </a:prstGeom>
          <a:noFill/>
        </p:spPr>
        <p:txBody>
          <a:bodyPr wrap="none" rtlCol="0">
            <a:spAutoFit/>
          </a:bodyPr>
          <a:lstStyle/>
          <a:p>
            <a:r>
              <a:rPr lang="en-US" sz="1000" dirty="0"/>
              <a:t>[sale] is prepared</a:t>
            </a:r>
          </a:p>
        </p:txBody>
      </p:sp>
      <p:sp>
        <p:nvSpPr>
          <p:cNvPr id="30" name="TextBox 29">
            <a:extLst>
              <a:ext uri="{FF2B5EF4-FFF2-40B4-BE49-F238E27FC236}">
                <a16:creationId xmlns:a16="http://schemas.microsoft.com/office/drawing/2014/main" id="{D2639488-6B8C-739C-CDC0-A19883D870A9}"/>
              </a:ext>
            </a:extLst>
          </p:cNvPr>
          <p:cNvSpPr txBox="1"/>
          <p:nvPr/>
        </p:nvSpPr>
        <p:spPr>
          <a:xfrm>
            <a:off x="2743823" y="4950491"/>
            <a:ext cx="881973" cy="246221"/>
          </a:xfrm>
          <a:prstGeom prst="rect">
            <a:avLst/>
          </a:prstGeom>
          <a:noFill/>
        </p:spPr>
        <p:txBody>
          <a:bodyPr wrap="none" rtlCol="0">
            <a:spAutoFit/>
          </a:bodyPr>
          <a:lstStyle/>
          <a:p>
            <a:r>
              <a:rPr lang="en-US" sz="1000" dirty="0"/>
              <a:t>[sale] is paid</a:t>
            </a:r>
          </a:p>
        </p:txBody>
      </p:sp>
      <p:sp>
        <p:nvSpPr>
          <p:cNvPr id="31" name="TextBox 30">
            <a:extLst>
              <a:ext uri="{FF2B5EF4-FFF2-40B4-BE49-F238E27FC236}">
                <a16:creationId xmlns:a16="http://schemas.microsoft.com/office/drawing/2014/main" id="{4AA249C2-86EC-2411-9DFD-584CF7996E57}"/>
              </a:ext>
            </a:extLst>
          </p:cNvPr>
          <p:cNvSpPr txBox="1"/>
          <p:nvPr/>
        </p:nvSpPr>
        <p:spPr>
          <a:xfrm>
            <a:off x="2609972" y="5798921"/>
            <a:ext cx="1149674" cy="246221"/>
          </a:xfrm>
          <a:prstGeom prst="rect">
            <a:avLst/>
          </a:prstGeom>
          <a:noFill/>
        </p:spPr>
        <p:txBody>
          <a:bodyPr wrap="none" rtlCol="0">
            <a:spAutoFit/>
          </a:bodyPr>
          <a:lstStyle/>
          <a:p>
            <a:r>
              <a:rPr lang="en-US" sz="1000" dirty="0"/>
              <a:t>[sale] is delivered</a:t>
            </a:r>
          </a:p>
        </p:txBody>
      </p:sp>
      <p:sp>
        <p:nvSpPr>
          <p:cNvPr id="32" name="TextBox 31">
            <a:extLst>
              <a:ext uri="{FF2B5EF4-FFF2-40B4-BE49-F238E27FC236}">
                <a16:creationId xmlns:a16="http://schemas.microsoft.com/office/drawing/2014/main" id="{B8AEE27F-B499-90C0-DA30-AEF28EDAEB8E}"/>
              </a:ext>
            </a:extLst>
          </p:cNvPr>
          <p:cNvSpPr txBox="1"/>
          <p:nvPr/>
        </p:nvSpPr>
        <p:spPr>
          <a:xfrm>
            <a:off x="2252468" y="3506981"/>
            <a:ext cx="1864681" cy="261610"/>
          </a:xfrm>
          <a:prstGeom prst="rect">
            <a:avLst/>
          </a:prstGeom>
          <a:noFill/>
        </p:spPr>
        <p:txBody>
          <a:bodyPr wrap="square">
            <a:spAutoFit/>
          </a:bodyPr>
          <a:lstStyle/>
          <a:p>
            <a:pPr algn="ctr"/>
            <a:r>
              <a:rPr lang="en-US" sz="1100" dirty="0"/>
              <a:t>PREPARED SALE</a:t>
            </a:r>
          </a:p>
        </p:txBody>
      </p:sp>
      <p:sp>
        <p:nvSpPr>
          <p:cNvPr id="33" name="TextBox 32">
            <a:extLst>
              <a:ext uri="{FF2B5EF4-FFF2-40B4-BE49-F238E27FC236}">
                <a16:creationId xmlns:a16="http://schemas.microsoft.com/office/drawing/2014/main" id="{67B81B1B-8A77-9B94-79AE-8720979F8599}"/>
              </a:ext>
            </a:extLst>
          </p:cNvPr>
          <p:cNvSpPr txBox="1"/>
          <p:nvPr/>
        </p:nvSpPr>
        <p:spPr>
          <a:xfrm>
            <a:off x="2238224" y="5195091"/>
            <a:ext cx="1893169" cy="261610"/>
          </a:xfrm>
          <a:prstGeom prst="rect">
            <a:avLst/>
          </a:prstGeom>
          <a:noFill/>
        </p:spPr>
        <p:txBody>
          <a:bodyPr wrap="square">
            <a:spAutoFit/>
          </a:bodyPr>
          <a:lstStyle/>
          <a:p>
            <a:pPr algn="ctr"/>
            <a:r>
              <a:rPr lang="en-US" sz="1100" dirty="0"/>
              <a:t>DELIVERED SALE</a:t>
            </a:r>
          </a:p>
        </p:txBody>
      </p:sp>
      <p:sp>
        <p:nvSpPr>
          <p:cNvPr id="34" name="TextBox 33">
            <a:extLst>
              <a:ext uri="{FF2B5EF4-FFF2-40B4-BE49-F238E27FC236}">
                <a16:creationId xmlns:a16="http://schemas.microsoft.com/office/drawing/2014/main" id="{F9CA1D13-7AEE-25BA-02DF-1F188EAF03D1}"/>
              </a:ext>
            </a:extLst>
          </p:cNvPr>
          <p:cNvSpPr txBox="1"/>
          <p:nvPr/>
        </p:nvSpPr>
        <p:spPr>
          <a:xfrm>
            <a:off x="2597147" y="4369550"/>
            <a:ext cx="1175322" cy="261610"/>
          </a:xfrm>
          <a:prstGeom prst="rect">
            <a:avLst/>
          </a:prstGeom>
          <a:noFill/>
        </p:spPr>
        <p:txBody>
          <a:bodyPr wrap="square">
            <a:spAutoFit/>
          </a:bodyPr>
          <a:lstStyle/>
          <a:p>
            <a:pPr algn="ctr"/>
            <a:r>
              <a:rPr lang="en-US" sz="1100" dirty="0"/>
              <a:t>PAID SALE</a:t>
            </a:r>
          </a:p>
        </p:txBody>
      </p:sp>
      <p:sp>
        <p:nvSpPr>
          <p:cNvPr id="35" name="Rectangle: Rounded Corners 34">
            <a:extLst>
              <a:ext uri="{FF2B5EF4-FFF2-40B4-BE49-F238E27FC236}">
                <a16:creationId xmlns:a16="http://schemas.microsoft.com/office/drawing/2014/main" id="{80AA09AD-79C7-D510-22AA-DD4FBB1F674C}"/>
              </a:ext>
            </a:extLst>
          </p:cNvPr>
          <p:cNvSpPr/>
          <p:nvPr/>
        </p:nvSpPr>
        <p:spPr>
          <a:xfrm>
            <a:off x="5304897" y="3119405"/>
            <a:ext cx="1760434" cy="2884206"/>
          </a:xfrm>
          <a:prstGeom prst="roundRect">
            <a:avLst>
              <a:gd name="adj" fmla="val 6958"/>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1664A68-A925-1C07-2C41-A455A173B9B2}"/>
              </a:ext>
            </a:extLst>
          </p:cNvPr>
          <p:cNvSpPr txBox="1"/>
          <p:nvPr/>
        </p:nvSpPr>
        <p:spPr>
          <a:xfrm>
            <a:off x="5625203" y="3116670"/>
            <a:ext cx="1093569" cy="338554"/>
          </a:xfrm>
          <a:prstGeom prst="rect">
            <a:avLst/>
          </a:prstGeom>
          <a:noFill/>
        </p:spPr>
        <p:txBody>
          <a:bodyPr wrap="none" rtlCol="0">
            <a:spAutoFit/>
          </a:bodyPr>
          <a:lstStyle/>
          <a:p>
            <a:r>
              <a:rPr lang="en-US" sz="1600" dirty="0"/>
              <a:t>PRODUCT</a:t>
            </a:r>
          </a:p>
        </p:txBody>
      </p:sp>
      <p:sp>
        <p:nvSpPr>
          <p:cNvPr id="37" name="TextBox 36">
            <a:extLst>
              <a:ext uri="{FF2B5EF4-FFF2-40B4-BE49-F238E27FC236}">
                <a16:creationId xmlns:a16="http://schemas.microsoft.com/office/drawing/2014/main" id="{9B5CE542-DE4F-7B25-810E-455E161FB523}"/>
              </a:ext>
            </a:extLst>
          </p:cNvPr>
          <p:cNvSpPr txBox="1"/>
          <p:nvPr/>
        </p:nvSpPr>
        <p:spPr>
          <a:xfrm>
            <a:off x="4002475" y="3508778"/>
            <a:ext cx="1364973" cy="338554"/>
          </a:xfrm>
          <a:prstGeom prst="rect">
            <a:avLst/>
          </a:prstGeom>
          <a:noFill/>
        </p:spPr>
        <p:txBody>
          <a:bodyPr wrap="square" rtlCol="0">
            <a:spAutoFit/>
          </a:bodyPr>
          <a:lstStyle/>
          <a:p>
            <a:pPr algn="ctr"/>
            <a:r>
              <a:rPr lang="en-US" sz="800" dirty="0"/>
              <a:t>the product of [prepared sale] is [product]</a:t>
            </a:r>
          </a:p>
        </p:txBody>
      </p:sp>
      <p:cxnSp>
        <p:nvCxnSpPr>
          <p:cNvPr id="39" name="Straight Connector 38">
            <a:extLst>
              <a:ext uri="{FF2B5EF4-FFF2-40B4-BE49-F238E27FC236}">
                <a16:creationId xmlns:a16="http://schemas.microsoft.com/office/drawing/2014/main" id="{BE68D6DF-359A-6699-DA74-F03F904AE327}"/>
              </a:ext>
            </a:extLst>
          </p:cNvPr>
          <p:cNvCxnSpPr>
            <a:cxnSpLocks/>
          </p:cNvCxnSpPr>
          <p:nvPr/>
        </p:nvCxnSpPr>
        <p:spPr>
          <a:xfrm>
            <a:off x="4066362" y="4785309"/>
            <a:ext cx="1227910" cy="193"/>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440C76B5-E54D-F119-A948-48ED4A1FA58C}"/>
              </a:ext>
            </a:extLst>
          </p:cNvPr>
          <p:cNvCxnSpPr/>
          <p:nvPr/>
        </p:nvCxnSpPr>
        <p:spPr>
          <a:xfrm>
            <a:off x="4608908" y="4704269"/>
            <a:ext cx="132522" cy="78305"/>
          </a:xfrm>
          <a:prstGeom prst="line">
            <a:avLst/>
          </a:prstGeom>
        </p:spPr>
        <p:style>
          <a:lnRef idx="2">
            <a:schemeClr val="dk1"/>
          </a:lnRef>
          <a:fillRef idx="0">
            <a:schemeClr val="dk1"/>
          </a:fillRef>
          <a:effectRef idx="1">
            <a:schemeClr val="dk1"/>
          </a:effectRef>
          <a:fontRef idx="minor">
            <a:schemeClr val="tx1"/>
          </a:fontRef>
        </p:style>
      </p:cxnSp>
      <p:cxnSp>
        <p:nvCxnSpPr>
          <p:cNvPr id="41" name="Straight Connector 40">
            <a:extLst>
              <a:ext uri="{FF2B5EF4-FFF2-40B4-BE49-F238E27FC236}">
                <a16:creationId xmlns:a16="http://schemas.microsoft.com/office/drawing/2014/main" id="{7EDD1374-5CF1-24A5-719B-2D3CEC7DF503}"/>
              </a:ext>
            </a:extLst>
          </p:cNvPr>
          <p:cNvCxnSpPr>
            <a:cxnSpLocks/>
          </p:cNvCxnSpPr>
          <p:nvPr/>
        </p:nvCxnSpPr>
        <p:spPr>
          <a:xfrm flipV="1">
            <a:off x="4608908" y="4782574"/>
            <a:ext cx="132522" cy="78305"/>
          </a:xfrm>
          <a:prstGeom prst="line">
            <a:avLst/>
          </a:prstGeom>
        </p:spPr>
        <p:style>
          <a:lnRef idx="2">
            <a:schemeClr val="dk1"/>
          </a:lnRef>
          <a:fillRef idx="0">
            <a:schemeClr val="dk1"/>
          </a:fillRef>
          <a:effectRef idx="1">
            <a:schemeClr val="dk1"/>
          </a:effectRef>
          <a:fontRef idx="minor">
            <a:schemeClr val="tx1"/>
          </a:fontRef>
        </p:style>
      </p:cxnSp>
      <p:grpSp>
        <p:nvGrpSpPr>
          <p:cNvPr id="42" name="Group 41">
            <a:extLst>
              <a:ext uri="{FF2B5EF4-FFF2-40B4-BE49-F238E27FC236}">
                <a16:creationId xmlns:a16="http://schemas.microsoft.com/office/drawing/2014/main" id="{239E3570-FA79-DCA3-C33F-87F58FFB9FB3}"/>
              </a:ext>
            </a:extLst>
          </p:cNvPr>
          <p:cNvGrpSpPr/>
          <p:nvPr/>
        </p:nvGrpSpPr>
        <p:grpSpPr>
          <a:xfrm>
            <a:off x="4065026" y="5527601"/>
            <a:ext cx="1239871" cy="154254"/>
            <a:chOff x="6875086" y="2734961"/>
            <a:chExt cx="1239871" cy="154254"/>
          </a:xfrm>
        </p:grpSpPr>
        <p:cxnSp>
          <p:nvCxnSpPr>
            <p:cNvPr id="43" name="Straight Connector 42">
              <a:extLst>
                <a:ext uri="{FF2B5EF4-FFF2-40B4-BE49-F238E27FC236}">
                  <a16:creationId xmlns:a16="http://schemas.microsoft.com/office/drawing/2014/main" id="{FB95A9DB-8CF4-476E-1809-19910D4FC5F4}"/>
                </a:ext>
              </a:extLst>
            </p:cNvPr>
            <p:cNvCxnSpPr>
              <a:cxnSpLocks/>
            </p:cNvCxnSpPr>
            <p:nvPr/>
          </p:nvCxnSpPr>
          <p:spPr>
            <a:xfrm flipV="1">
              <a:off x="6875086" y="2812088"/>
              <a:ext cx="1239871" cy="1589"/>
            </a:xfrm>
            <a:prstGeom prst="line">
              <a:avLst/>
            </a:prstGeom>
          </p:spPr>
          <p:style>
            <a:lnRef idx="2">
              <a:schemeClr val="dk1"/>
            </a:lnRef>
            <a:fillRef idx="0">
              <a:schemeClr val="dk1"/>
            </a:fillRef>
            <a:effectRef idx="1">
              <a:schemeClr val="dk1"/>
            </a:effectRef>
            <a:fontRef idx="minor">
              <a:schemeClr val="tx1"/>
            </a:fontRef>
          </p:style>
        </p:cxnSp>
        <p:cxnSp>
          <p:nvCxnSpPr>
            <p:cNvPr id="44" name="Straight Connector 43">
              <a:extLst>
                <a:ext uri="{FF2B5EF4-FFF2-40B4-BE49-F238E27FC236}">
                  <a16:creationId xmlns:a16="http://schemas.microsoft.com/office/drawing/2014/main" id="{D004AA01-4A65-6C24-BFD5-6F07F09E6CBE}"/>
                </a:ext>
              </a:extLst>
            </p:cNvPr>
            <p:cNvCxnSpPr/>
            <p:nvPr/>
          </p:nvCxnSpPr>
          <p:spPr>
            <a:xfrm>
              <a:off x="7416800" y="2734961"/>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45" name="Straight Connector 44">
              <a:extLst>
                <a:ext uri="{FF2B5EF4-FFF2-40B4-BE49-F238E27FC236}">
                  <a16:creationId xmlns:a16="http://schemas.microsoft.com/office/drawing/2014/main" id="{8C56C4DC-21D5-AD92-2A63-5FF8D24832A0}"/>
                </a:ext>
              </a:extLst>
            </p:cNvPr>
            <p:cNvCxnSpPr>
              <a:cxnSpLocks/>
            </p:cNvCxnSpPr>
            <p:nvPr/>
          </p:nvCxnSpPr>
          <p:spPr>
            <a:xfrm flipV="1">
              <a:off x="7416800" y="2812088"/>
              <a:ext cx="132522" cy="77127"/>
            </a:xfrm>
            <a:prstGeom prst="line">
              <a:avLst/>
            </a:prstGeom>
          </p:spPr>
          <p:style>
            <a:lnRef idx="2">
              <a:schemeClr val="dk1"/>
            </a:lnRef>
            <a:fillRef idx="0">
              <a:schemeClr val="dk1"/>
            </a:fillRef>
            <a:effectRef idx="1">
              <a:schemeClr val="dk1"/>
            </a:effectRef>
            <a:fontRef idx="minor">
              <a:schemeClr val="tx1"/>
            </a:fontRef>
          </p:style>
        </p:cxnSp>
      </p:grpSp>
      <p:sp>
        <p:nvSpPr>
          <p:cNvPr id="46" name="TextBox 45">
            <a:extLst>
              <a:ext uri="{FF2B5EF4-FFF2-40B4-BE49-F238E27FC236}">
                <a16:creationId xmlns:a16="http://schemas.microsoft.com/office/drawing/2014/main" id="{300DB6F2-66A0-241E-A4EF-5A22E26BE317}"/>
              </a:ext>
            </a:extLst>
          </p:cNvPr>
          <p:cNvSpPr txBox="1"/>
          <p:nvPr/>
        </p:nvSpPr>
        <p:spPr>
          <a:xfrm>
            <a:off x="4075651" y="4384204"/>
            <a:ext cx="1239871" cy="338554"/>
          </a:xfrm>
          <a:prstGeom prst="rect">
            <a:avLst/>
          </a:prstGeom>
          <a:noFill/>
        </p:spPr>
        <p:txBody>
          <a:bodyPr wrap="square" rtlCol="0">
            <a:spAutoFit/>
          </a:bodyPr>
          <a:lstStyle/>
          <a:p>
            <a:pPr algn="ctr"/>
            <a:r>
              <a:rPr lang="en-US" sz="800" dirty="0"/>
              <a:t>the product of [paid sale] is [product]</a:t>
            </a:r>
          </a:p>
        </p:txBody>
      </p:sp>
      <p:sp>
        <p:nvSpPr>
          <p:cNvPr id="47" name="TextBox 46">
            <a:extLst>
              <a:ext uri="{FF2B5EF4-FFF2-40B4-BE49-F238E27FC236}">
                <a16:creationId xmlns:a16="http://schemas.microsoft.com/office/drawing/2014/main" id="{C19736C3-8BCF-BDE1-8A91-2C39F166A83F}"/>
              </a:ext>
            </a:extLst>
          </p:cNvPr>
          <p:cNvSpPr txBox="1"/>
          <p:nvPr/>
        </p:nvSpPr>
        <p:spPr>
          <a:xfrm>
            <a:off x="4014435" y="5203863"/>
            <a:ext cx="1364973" cy="338554"/>
          </a:xfrm>
          <a:prstGeom prst="rect">
            <a:avLst/>
          </a:prstGeom>
          <a:noFill/>
        </p:spPr>
        <p:txBody>
          <a:bodyPr wrap="square" rtlCol="0">
            <a:spAutoFit/>
          </a:bodyPr>
          <a:lstStyle/>
          <a:p>
            <a:pPr algn="ctr"/>
            <a:r>
              <a:rPr lang="en-US" sz="800" dirty="0"/>
              <a:t>the product of [delivered sale] is [product]</a:t>
            </a:r>
          </a:p>
        </p:txBody>
      </p:sp>
      <p:grpSp>
        <p:nvGrpSpPr>
          <p:cNvPr id="48" name="Group 47">
            <a:extLst>
              <a:ext uri="{FF2B5EF4-FFF2-40B4-BE49-F238E27FC236}">
                <a16:creationId xmlns:a16="http://schemas.microsoft.com/office/drawing/2014/main" id="{F84AE36A-05DD-73EC-E3D6-E5207F93DE17}"/>
              </a:ext>
            </a:extLst>
          </p:cNvPr>
          <p:cNvGrpSpPr/>
          <p:nvPr/>
        </p:nvGrpSpPr>
        <p:grpSpPr>
          <a:xfrm>
            <a:off x="2185560" y="3300970"/>
            <a:ext cx="3107376" cy="154254"/>
            <a:chOff x="6044303" y="2734961"/>
            <a:chExt cx="3107376" cy="154254"/>
          </a:xfrm>
        </p:grpSpPr>
        <p:cxnSp>
          <p:nvCxnSpPr>
            <p:cNvPr id="49" name="Straight Connector 48">
              <a:extLst>
                <a:ext uri="{FF2B5EF4-FFF2-40B4-BE49-F238E27FC236}">
                  <a16:creationId xmlns:a16="http://schemas.microsoft.com/office/drawing/2014/main" id="{6D501938-46B0-F152-C0FD-05ECEDD2FA10}"/>
                </a:ext>
              </a:extLst>
            </p:cNvPr>
            <p:cNvCxnSpPr>
              <a:cxnSpLocks/>
            </p:cNvCxnSpPr>
            <p:nvPr/>
          </p:nvCxnSpPr>
          <p:spPr>
            <a:xfrm>
              <a:off x="6044303" y="2813677"/>
              <a:ext cx="3107376" cy="0"/>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a:extLst>
                <a:ext uri="{FF2B5EF4-FFF2-40B4-BE49-F238E27FC236}">
                  <a16:creationId xmlns:a16="http://schemas.microsoft.com/office/drawing/2014/main" id="{DB2166F1-9D72-9D5C-D2FE-5694453B39CE}"/>
                </a:ext>
              </a:extLst>
            </p:cNvPr>
            <p:cNvCxnSpPr/>
            <p:nvPr/>
          </p:nvCxnSpPr>
          <p:spPr>
            <a:xfrm>
              <a:off x="7416800" y="2734961"/>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2E6429A8-A135-B442-3F82-C6601D1D3EBC}"/>
                </a:ext>
              </a:extLst>
            </p:cNvPr>
            <p:cNvCxnSpPr>
              <a:cxnSpLocks/>
            </p:cNvCxnSpPr>
            <p:nvPr/>
          </p:nvCxnSpPr>
          <p:spPr>
            <a:xfrm flipV="1">
              <a:off x="7416800" y="2812088"/>
              <a:ext cx="132522" cy="77127"/>
            </a:xfrm>
            <a:prstGeom prst="line">
              <a:avLst/>
            </a:prstGeom>
          </p:spPr>
          <p:style>
            <a:lnRef idx="2">
              <a:schemeClr val="dk1"/>
            </a:lnRef>
            <a:fillRef idx="0">
              <a:schemeClr val="dk1"/>
            </a:fillRef>
            <a:effectRef idx="1">
              <a:schemeClr val="dk1"/>
            </a:effectRef>
            <a:fontRef idx="minor">
              <a:schemeClr val="tx1"/>
            </a:fontRef>
          </p:style>
        </p:cxnSp>
      </p:grpSp>
      <p:sp>
        <p:nvSpPr>
          <p:cNvPr id="52" name="TextBox 51">
            <a:extLst>
              <a:ext uri="{FF2B5EF4-FFF2-40B4-BE49-F238E27FC236}">
                <a16:creationId xmlns:a16="http://schemas.microsoft.com/office/drawing/2014/main" id="{93247124-2593-6BC4-7E92-786C02F29969}"/>
              </a:ext>
            </a:extLst>
          </p:cNvPr>
          <p:cNvSpPr txBox="1"/>
          <p:nvPr/>
        </p:nvSpPr>
        <p:spPr>
          <a:xfrm>
            <a:off x="2731583" y="3088629"/>
            <a:ext cx="1785470" cy="215444"/>
          </a:xfrm>
          <a:prstGeom prst="rect">
            <a:avLst/>
          </a:prstGeom>
          <a:noFill/>
        </p:spPr>
        <p:txBody>
          <a:bodyPr wrap="square" rtlCol="0">
            <a:spAutoFit/>
          </a:bodyPr>
          <a:lstStyle/>
          <a:p>
            <a:pPr algn="ctr"/>
            <a:r>
              <a:rPr lang="en-US" sz="800" dirty="0"/>
              <a:t>the product of [sale] is [product]</a:t>
            </a:r>
          </a:p>
        </p:txBody>
      </p:sp>
      <p:grpSp>
        <p:nvGrpSpPr>
          <p:cNvPr id="58" name="Group 57">
            <a:extLst>
              <a:ext uri="{FF2B5EF4-FFF2-40B4-BE49-F238E27FC236}">
                <a16:creationId xmlns:a16="http://schemas.microsoft.com/office/drawing/2014/main" id="{2BE9F89B-8D9A-298C-F3DD-449E06787C73}"/>
              </a:ext>
            </a:extLst>
          </p:cNvPr>
          <p:cNvGrpSpPr/>
          <p:nvPr/>
        </p:nvGrpSpPr>
        <p:grpSpPr>
          <a:xfrm>
            <a:off x="4065026" y="3847332"/>
            <a:ext cx="1239871" cy="154254"/>
            <a:chOff x="6875086" y="2734961"/>
            <a:chExt cx="1239871" cy="154254"/>
          </a:xfrm>
        </p:grpSpPr>
        <p:cxnSp>
          <p:nvCxnSpPr>
            <p:cNvPr id="59" name="Straight Connector 58">
              <a:extLst>
                <a:ext uri="{FF2B5EF4-FFF2-40B4-BE49-F238E27FC236}">
                  <a16:creationId xmlns:a16="http://schemas.microsoft.com/office/drawing/2014/main" id="{DE74317C-7371-DFBE-3849-A538782CAC0E}"/>
                </a:ext>
              </a:extLst>
            </p:cNvPr>
            <p:cNvCxnSpPr>
              <a:cxnSpLocks/>
            </p:cNvCxnSpPr>
            <p:nvPr/>
          </p:nvCxnSpPr>
          <p:spPr>
            <a:xfrm flipV="1">
              <a:off x="6875086" y="2812088"/>
              <a:ext cx="1239871" cy="1589"/>
            </a:xfrm>
            <a:prstGeom prst="line">
              <a:avLst/>
            </a:prstGeom>
          </p:spPr>
          <p:style>
            <a:lnRef idx="2">
              <a:schemeClr val="dk1"/>
            </a:lnRef>
            <a:fillRef idx="0">
              <a:schemeClr val="dk1"/>
            </a:fillRef>
            <a:effectRef idx="1">
              <a:schemeClr val="dk1"/>
            </a:effectRef>
            <a:fontRef idx="minor">
              <a:schemeClr val="tx1"/>
            </a:fontRef>
          </p:style>
        </p:cxnSp>
        <p:cxnSp>
          <p:nvCxnSpPr>
            <p:cNvPr id="60" name="Straight Connector 59">
              <a:extLst>
                <a:ext uri="{FF2B5EF4-FFF2-40B4-BE49-F238E27FC236}">
                  <a16:creationId xmlns:a16="http://schemas.microsoft.com/office/drawing/2014/main" id="{1FE0F396-7D37-B902-C5EB-D278DEA3D9DA}"/>
                </a:ext>
              </a:extLst>
            </p:cNvPr>
            <p:cNvCxnSpPr/>
            <p:nvPr/>
          </p:nvCxnSpPr>
          <p:spPr>
            <a:xfrm>
              <a:off x="7416800" y="2734961"/>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61" name="Straight Connector 60">
              <a:extLst>
                <a:ext uri="{FF2B5EF4-FFF2-40B4-BE49-F238E27FC236}">
                  <a16:creationId xmlns:a16="http://schemas.microsoft.com/office/drawing/2014/main" id="{A59C6894-59A3-C3FD-4F78-C34162530641}"/>
                </a:ext>
              </a:extLst>
            </p:cNvPr>
            <p:cNvCxnSpPr>
              <a:cxnSpLocks/>
            </p:cNvCxnSpPr>
            <p:nvPr/>
          </p:nvCxnSpPr>
          <p:spPr>
            <a:xfrm flipV="1">
              <a:off x="7416800" y="2812088"/>
              <a:ext cx="132522" cy="77127"/>
            </a:xfrm>
            <a:prstGeom prst="line">
              <a:avLst/>
            </a:prstGeom>
          </p:spPr>
          <p:style>
            <a:lnRef idx="2">
              <a:schemeClr val="dk1"/>
            </a:lnRef>
            <a:fillRef idx="0">
              <a:schemeClr val="dk1"/>
            </a:fillRef>
            <a:effectRef idx="1">
              <a:schemeClr val="dk1"/>
            </a:effectRef>
            <a:fontRef idx="minor">
              <a:schemeClr val="tx1"/>
            </a:fontRef>
          </p:style>
        </p:cxnSp>
      </p:grpSp>
      <p:sp>
        <p:nvSpPr>
          <p:cNvPr id="90" name="Rectangle: Rounded Corners 89">
            <a:extLst>
              <a:ext uri="{FF2B5EF4-FFF2-40B4-BE49-F238E27FC236}">
                <a16:creationId xmlns:a16="http://schemas.microsoft.com/office/drawing/2014/main" id="{EE465927-266D-8F0E-84D7-FBBB1A024E72}"/>
              </a:ext>
            </a:extLst>
          </p:cNvPr>
          <p:cNvSpPr/>
          <p:nvPr/>
        </p:nvSpPr>
        <p:spPr>
          <a:xfrm>
            <a:off x="9995815" y="3116670"/>
            <a:ext cx="1760434" cy="2884206"/>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B76EAB7F-3B6F-71BE-9DA2-EBAE28B7BA6F}"/>
              </a:ext>
            </a:extLst>
          </p:cNvPr>
          <p:cNvSpPr txBox="1"/>
          <p:nvPr/>
        </p:nvSpPr>
        <p:spPr>
          <a:xfrm>
            <a:off x="10240178" y="3114489"/>
            <a:ext cx="1203086" cy="338554"/>
          </a:xfrm>
          <a:prstGeom prst="rect">
            <a:avLst/>
          </a:prstGeom>
          <a:noFill/>
        </p:spPr>
        <p:txBody>
          <a:bodyPr wrap="none" rtlCol="0">
            <a:spAutoFit/>
          </a:bodyPr>
          <a:lstStyle/>
          <a:p>
            <a:r>
              <a:rPr lang="en-US" sz="1600" dirty="0"/>
              <a:t>PURCHASE</a:t>
            </a:r>
          </a:p>
        </p:txBody>
      </p:sp>
      <p:cxnSp>
        <p:nvCxnSpPr>
          <p:cNvPr id="92" name="Straight Connector 91">
            <a:extLst>
              <a:ext uri="{FF2B5EF4-FFF2-40B4-BE49-F238E27FC236}">
                <a16:creationId xmlns:a16="http://schemas.microsoft.com/office/drawing/2014/main" id="{8AB3C939-59B6-4167-38D2-AE702DF6553C}"/>
              </a:ext>
            </a:extLst>
          </p:cNvPr>
          <p:cNvCxnSpPr>
            <a:cxnSpLocks/>
            <a:stCxn id="95" idx="2"/>
          </p:cNvCxnSpPr>
          <p:nvPr/>
        </p:nvCxnSpPr>
        <p:spPr>
          <a:xfrm>
            <a:off x="10841721" y="2641759"/>
            <a:ext cx="0" cy="472730"/>
          </a:xfrm>
          <a:prstGeom prst="line">
            <a:avLst/>
          </a:prstGeom>
        </p:spPr>
        <p:style>
          <a:lnRef idx="2">
            <a:schemeClr val="dk1"/>
          </a:lnRef>
          <a:fillRef idx="0">
            <a:schemeClr val="dk1"/>
          </a:fillRef>
          <a:effectRef idx="1">
            <a:schemeClr val="dk1"/>
          </a:effectRef>
          <a:fontRef idx="minor">
            <a:schemeClr val="tx1"/>
          </a:fontRef>
        </p:style>
      </p:cxnSp>
      <p:grpSp>
        <p:nvGrpSpPr>
          <p:cNvPr id="93" name="Group 92">
            <a:extLst>
              <a:ext uri="{FF2B5EF4-FFF2-40B4-BE49-F238E27FC236}">
                <a16:creationId xmlns:a16="http://schemas.microsoft.com/office/drawing/2014/main" id="{10B04DD5-399D-5B1E-BBCC-2580F8422C8C}"/>
              </a:ext>
            </a:extLst>
          </p:cNvPr>
          <p:cNvGrpSpPr/>
          <p:nvPr/>
        </p:nvGrpSpPr>
        <p:grpSpPr>
          <a:xfrm>
            <a:off x="10714923" y="2395538"/>
            <a:ext cx="253596" cy="246221"/>
            <a:chOff x="3218881" y="1391632"/>
            <a:chExt cx="253596" cy="246221"/>
          </a:xfrm>
        </p:grpSpPr>
        <p:sp>
          <p:nvSpPr>
            <p:cNvPr id="94" name="Rectangle 93">
              <a:extLst>
                <a:ext uri="{FF2B5EF4-FFF2-40B4-BE49-F238E27FC236}">
                  <a16:creationId xmlns:a16="http://schemas.microsoft.com/office/drawing/2014/main" id="{DE66172B-147E-5873-FDF2-6590017E14F2}"/>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A1AE7A2B-FC5A-4A7A-EF71-76F77E6EA8BD}"/>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5</a:t>
              </a:r>
            </a:p>
          </p:txBody>
        </p:sp>
      </p:grpSp>
      <p:sp>
        <p:nvSpPr>
          <p:cNvPr id="96" name="TextBox 95">
            <a:extLst>
              <a:ext uri="{FF2B5EF4-FFF2-40B4-BE49-F238E27FC236}">
                <a16:creationId xmlns:a16="http://schemas.microsoft.com/office/drawing/2014/main" id="{A7E3DBED-51B0-2E81-0E24-A5C514C4E957}"/>
              </a:ext>
            </a:extLst>
          </p:cNvPr>
          <p:cNvSpPr txBox="1"/>
          <p:nvPr/>
        </p:nvSpPr>
        <p:spPr>
          <a:xfrm>
            <a:off x="10068913" y="2124378"/>
            <a:ext cx="1531188" cy="246221"/>
          </a:xfrm>
          <a:prstGeom prst="rect">
            <a:avLst/>
          </a:prstGeom>
          <a:noFill/>
        </p:spPr>
        <p:txBody>
          <a:bodyPr wrap="none" rtlCol="0">
            <a:spAutoFit/>
          </a:bodyPr>
          <a:lstStyle/>
          <a:p>
            <a:r>
              <a:rPr lang="en-US" sz="1000" dirty="0"/>
              <a:t>[purchase] is completed</a:t>
            </a:r>
          </a:p>
        </p:txBody>
      </p:sp>
      <p:sp>
        <p:nvSpPr>
          <p:cNvPr id="97" name="Rectangle: Rounded Corners 96">
            <a:extLst>
              <a:ext uri="{FF2B5EF4-FFF2-40B4-BE49-F238E27FC236}">
                <a16:creationId xmlns:a16="http://schemas.microsoft.com/office/drawing/2014/main" id="{44477F27-CD07-2AE1-C4D5-77D05D83C0C9}"/>
              </a:ext>
            </a:extLst>
          </p:cNvPr>
          <p:cNvSpPr/>
          <p:nvPr/>
        </p:nvSpPr>
        <p:spPr>
          <a:xfrm>
            <a:off x="8116890" y="4396106"/>
            <a:ext cx="1760434" cy="771763"/>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D9A4943A-2A30-A143-91E5-310CEE7DF705}"/>
              </a:ext>
            </a:extLst>
          </p:cNvPr>
          <p:cNvSpPr/>
          <p:nvPr/>
        </p:nvSpPr>
        <p:spPr>
          <a:xfrm>
            <a:off x="8116890" y="5247030"/>
            <a:ext cx="1760434" cy="771763"/>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B1B6E174-B086-47C3-F163-1C8435EB1648}"/>
              </a:ext>
            </a:extLst>
          </p:cNvPr>
          <p:cNvCxnSpPr>
            <a:cxnSpLocks/>
          </p:cNvCxnSpPr>
          <p:nvPr/>
        </p:nvCxnSpPr>
        <p:spPr>
          <a:xfrm>
            <a:off x="9145156" y="5675810"/>
            <a:ext cx="850659" cy="0"/>
          </a:xfrm>
          <a:prstGeom prst="line">
            <a:avLst/>
          </a:prstGeom>
        </p:spPr>
        <p:style>
          <a:lnRef idx="2">
            <a:schemeClr val="dk1"/>
          </a:lnRef>
          <a:fillRef idx="0">
            <a:schemeClr val="dk1"/>
          </a:fillRef>
          <a:effectRef idx="1">
            <a:schemeClr val="dk1"/>
          </a:effectRef>
          <a:fontRef idx="minor">
            <a:schemeClr val="tx1"/>
          </a:fontRef>
        </p:style>
      </p:cxnSp>
      <p:cxnSp>
        <p:nvCxnSpPr>
          <p:cNvPr id="100" name="Straight Connector 99">
            <a:extLst>
              <a:ext uri="{FF2B5EF4-FFF2-40B4-BE49-F238E27FC236}">
                <a16:creationId xmlns:a16="http://schemas.microsoft.com/office/drawing/2014/main" id="{A1318FE9-6345-DBDC-49E9-D855177EB2D3}"/>
              </a:ext>
            </a:extLst>
          </p:cNvPr>
          <p:cNvCxnSpPr>
            <a:cxnSpLocks/>
          </p:cNvCxnSpPr>
          <p:nvPr/>
        </p:nvCxnSpPr>
        <p:spPr>
          <a:xfrm flipH="1" flipV="1">
            <a:off x="9128683" y="4844330"/>
            <a:ext cx="872451" cy="1"/>
          </a:xfrm>
          <a:prstGeom prst="line">
            <a:avLst/>
          </a:prstGeom>
        </p:spPr>
        <p:style>
          <a:lnRef idx="2">
            <a:schemeClr val="dk1"/>
          </a:lnRef>
          <a:fillRef idx="0">
            <a:schemeClr val="dk1"/>
          </a:fillRef>
          <a:effectRef idx="1">
            <a:schemeClr val="dk1"/>
          </a:effectRef>
          <a:fontRef idx="minor">
            <a:schemeClr val="tx1"/>
          </a:fontRef>
        </p:style>
      </p:cxnSp>
      <p:grpSp>
        <p:nvGrpSpPr>
          <p:cNvPr id="101" name="Group 100">
            <a:extLst>
              <a:ext uri="{FF2B5EF4-FFF2-40B4-BE49-F238E27FC236}">
                <a16:creationId xmlns:a16="http://schemas.microsoft.com/office/drawing/2014/main" id="{E8ED4F10-5776-7D0F-4CFA-EBF299659932}"/>
              </a:ext>
            </a:extLst>
          </p:cNvPr>
          <p:cNvGrpSpPr/>
          <p:nvPr/>
        </p:nvGrpSpPr>
        <p:grpSpPr>
          <a:xfrm>
            <a:off x="8870309" y="4726796"/>
            <a:ext cx="253596" cy="246221"/>
            <a:chOff x="3218881" y="1391632"/>
            <a:chExt cx="253596" cy="246221"/>
          </a:xfrm>
        </p:grpSpPr>
        <p:sp>
          <p:nvSpPr>
            <p:cNvPr id="102" name="Rectangle 101">
              <a:extLst>
                <a:ext uri="{FF2B5EF4-FFF2-40B4-BE49-F238E27FC236}">
                  <a16:creationId xmlns:a16="http://schemas.microsoft.com/office/drawing/2014/main" id="{56D2E601-B460-C260-DAA5-1B86F3E8D56F}"/>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745825E7-0F95-26C8-83C0-C40BD87BDE01}"/>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4</a:t>
              </a:r>
            </a:p>
          </p:txBody>
        </p:sp>
      </p:grpSp>
      <p:grpSp>
        <p:nvGrpSpPr>
          <p:cNvPr id="104" name="Group 103">
            <a:extLst>
              <a:ext uri="{FF2B5EF4-FFF2-40B4-BE49-F238E27FC236}">
                <a16:creationId xmlns:a16="http://schemas.microsoft.com/office/drawing/2014/main" id="{DDF0BD0F-0742-11B5-5CBE-5A75B6E1CFB7}"/>
              </a:ext>
            </a:extLst>
          </p:cNvPr>
          <p:cNvGrpSpPr/>
          <p:nvPr/>
        </p:nvGrpSpPr>
        <p:grpSpPr>
          <a:xfrm>
            <a:off x="8870309" y="5555975"/>
            <a:ext cx="253596" cy="246221"/>
            <a:chOff x="3218881" y="1391632"/>
            <a:chExt cx="253596" cy="246221"/>
          </a:xfrm>
        </p:grpSpPr>
        <p:sp>
          <p:nvSpPr>
            <p:cNvPr id="105" name="Rectangle 104">
              <a:extLst>
                <a:ext uri="{FF2B5EF4-FFF2-40B4-BE49-F238E27FC236}">
                  <a16:creationId xmlns:a16="http://schemas.microsoft.com/office/drawing/2014/main" id="{1DC95DAC-2B0F-78D9-7026-CE9634DB2D3A}"/>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45A73ECA-8D5B-6A01-2796-E2A5D1974133}"/>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2</a:t>
              </a:r>
            </a:p>
          </p:txBody>
        </p:sp>
      </p:grpSp>
      <p:sp>
        <p:nvSpPr>
          <p:cNvPr id="107" name="TextBox 106">
            <a:extLst>
              <a:ext uri="{FF2B5EF4-FFF2-40B4-BE49-F238E27FC236}">
                <a16:creationId xmlns:a16="http://schemas.microsoft.com/office/drawing/2014/main" id="{2A4CC112-7786-E4A7-F842-16CB9C42CA29}"/>
              </a:ext>
            </a:extLst>
          </p:cNvPr>
          <p:cNvSpPr txBox="1"/>
          <p:nvPr/>
        </p:nvSpPr>
        <p:spPr>
          <a:xfrm>
            <a:off x="8276873" y="4948870"/>
            <a:ext cx="1436612" cy="246221"/>
          </a:xfrm>
          <a:prstGeom prst="rect">
            <a:avLst/>
          </a:prstGeom>
          <a:noFill/>
        </p:spPr>
        <p:txBody>
          <a:bodyPr wrap="none" rtlCol="0">
            <a:spAutoFit/>
          </a:bodyPr>
          <a:lstStyle/>
          <a:p>
            <a:r>
              <a:rPr lang="en-US" sz="1000" dirty="0"/>
              <a:t>[purchase] is prepared</a:t>
            </a:r>
          </a:p>
        </p:txBody>
      </p:sp>
      <p:sp>
        <p:nvSpPr>
          <p:cNvPr id="108" name="TextBox 107">
            <a:extLst>
              <a:ext uri="{FF2B5EF4-FFF2-40B4-BE49-F238E27FC236}">
                <a16:creationId xmlns:a16="http://schemas.microsoft.com/office/drawing/2014/main" id="{DB7A5701-FE17-17FF-1FFF-F2A3FCC5E4A0}"/>
              </a:ext>
            </a:extLst>
          </p:cNvPr>
          <p:cNvSpPr txBox="1"/>
          <p:nvPr/>
        </p:nvSpPr>
        <p:spPr>
          <a:xfrm>
            <a:off x="8408320" y="5805605"/>
            <a:ext cx="1173719" cy="246221"/>
          </a:xfrm>
          <a:prstGeom prst="rect">
            <a:avLst/>
          </a:prstGeom>
          <a:noFill/>
        </p:spPr>
        <p:txBody>
          <a:bodyPr wrap="none" rtlCol="0">
            <a:spAutoFit/>
          </a:bodyPr>
          <a:lstStyle/>
          <a:p>
            <a:r>
              <a:rPr lang="en-US" sz="1000" dirty="0"/>
              <a:t>[purchase] is paid</a:t>
            </a:r>
          </a:p>
        </p:txBody>
      </p:sp>
      <p:sp>
        <p:nvSpPr>
          <p:cNvPr id="109" name="TextBox 108">
            <a:extLst>
              <a:ext uri="{FF2B5EF4-FFF2-40B4-BE49-F238E27FC236}">
                <a16:creationId xmlns:a16="http://schemas.microsoft.com/office/drawing/2014/main" id="{49238D66-6080-534B-A601-5F2F69483A50}"/>
              </a:ext>
            </a:extLst>
          </p:cNvPr>
          <p:cNvSpPr txBox="1"/>
          <p:nvPr/>
        </p:nvSpPr>
        <p:spPr>
          <a:xfrm>
            <a:off x="8064766" y="4358686"/>
            <a:ext cx="1864681" cy="261610"/>
          </a:xfrm>
          <a:prstGeom prst="rect">
            <a:avLst/>
          </a:prstGeom>
          <a:noFill/>
        </p:spPr>
        <p:txBody>
          <a:bodyPr wrap="square">
            <a:spAutoFit/>
          </a:bodyPr>
          <a:lstStyle/>
          <a:p>
            <a:pPr algn="ctr"/>
            <a:r>
              <a:rPr lang="en-US" sz="1100" dirty="0"/>
              <a:t>PREPARED PURCHASE</a:t>
            </a:r>
          </a:p>
        </p:txBody>
      </p:sp>
      <p:sp>
        <p:nvSpPr>
          <p:cNvPr id="110" name="TextBox 109">
            <a:extLst>
              <a:ext uri="{FF2B5EF4-FFF2-40B4-BE49-F238E27FC236}">
                <a16:creationId xmlns:a16="http://schemas.microsoft.com/office/drawing/2014/main" id="{46AE810D-214D-BD7B-F777-9E8091C6946A}"/>
              </a:ext>
            </a:extLst>
          </p:cNvPr>
          <p:cNvSpPr txBox="1"/>
          <p:nvPr/>
        </p:nvSpPr>
        <p:spPr>
          <a:xfrm>
            <a:off x="8113037" y="5238326"/>
            <a:ext cx="1764287" cy="261610"/>
          </a:xfrm>
          <a:prstGeom prst="rect">
            <a:avLst/>
          </a:prstGeom>
          <a:noFill/>
        </p:spPr>
        <p:txBody>
          <a:bodyPr wrap="square">
            <a:spAutoFit/>
          </a:bodyPr>
          <a:lstStyle/>
          <a:p>
            <a:pPr algn="ctr"/>
            <a:r>
              <a:rPr lang="en-US" sz="1100" dirty="0"/>
              <a:t>PAID PURCHASE</a:t>
            </a:r>
          </a:p>
        </p:txBody>
      </p:sp>
      <p:sp>
        <p:nvSpPr>
          <p:cNvPr id="112" name="Rectangle: Rounded Corners 111">
            <a:extLst>
              <a:ext uri="{FF2B5EF4-FFF2-40B4-BE49-F238E27FC236}">
                <a16:creationId xmlns:a16="http://schemas.microsoft.com/office/drawing/2014/main" id="{D3EFECFB-EE71-0EE5-FB2A-504A4853DC24}"/>
              </a:ext>
            </a:extLst>
          </p:cNvPr>
          <p:cNvSpPr/>
          <p:nvPr/>
        </p:nvSpPr>
        <p:spPr>
          <a:xfrm>
            <a:off x="5296728" y="1758965"/>
            <a:ext cx="1760434" cy="917818"/>
          </a:xfrm>
          <a:prstGeom prst="roundRect">
            <a:avLst>
              <a:gd name="adj" fmla="val 6958"/>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TextBox 113">
            <a:extLst>
              <a:ext uri="{FF2B5EF4-FFF2-40B4-BE49-F238E27FC236}">
                <a16:creationId xmlns:a16="http://schemas.microsoft.com/office/drawing/2014/main" id="{4C3C07E5-2987-7E91-295F-8BC91BC1A812}"/>
              </a:ext>
            </a:extLst>
          </p:cNvPr>
          <p:cNvSpPr txBox="1"/>
          <p:nvPr/>
        </p:nvSpPr>
        <p:spPr>
          <a:xfrm>
            <a:off x="5371239" y="1777138"/>
            <a:ext cx="1576072" cy="338554"/>
          </a:xfrm>
          <a:prstGeom prst="rect">
            <a:avLst/>
          </a:prstGeom>
          <a:noFill/>
        </p:spPr>
        <p:txBody>
          <a:bodyPr wrap="none" rtlCol="0">
            <a:spAutoFit/>
          </a:bodyPr>
          <a:lstStyle/>
          <a:p>
            <a:r>
              <a:rPr lang="en-US" sz="1600" dirty="0"/>
              <a:t>PRODUCT TYPE</a:t>
            </a:r>
          </a:p>
        </p:txBody>
      </p:sp>
      <p:cxnSp>
        <p:nvCxnSpPr>
          <p:cNvPr id="116" name="Straight Connector 115">
            <a:extLst>
              <a:ext uri="{FF2B5EF4-FFF2-40B4-BE49-F238E27FC236}">
                <a16:creationId xmlns:a16="http://schemas.microsoft.com/office/drawing/2014/main" id="{36C7116C-17DD-852B-1089-E8BB4A690C8D}"/>
              </a:ext>
            </a:extLst>
          </p:cNvPr>
          <p:cNvCxnSpPr>
            <a:cxnSpLocks/>
            <a:stCxn id="36" idx="0"/>
            <a:endCxn id="112" idx="2"/>
          </p:cNvCxnSpPr>
          <p:nvPr/>
        </p:nvCxnSpPr>
        <p:spPr>
          <a:xfrm flipV="1">
            <a:off x="6171988" y="2676783"/>
            <a:ext cx="4957" cy="439887"/>
          </a:xfrm>
          <a:prstGeom prst="line">
            <a:avLst/>
          </a:prstGeom>
        </p:spPr>
        <p:style>
          <a:lnRef idx="2">
            <a:schemeClr val="dk1"/>
          </a:lnRef>
          <a:fillRef idx="0">
            <a:schemeClr val="dk1"/>
          </a:fillRef>
          <a:effectRef idx="1">
            <a:schemeClr val="dk1"/>
          </a:effectRef>
          <a:fontRef idx="minor">
            <a:schemeClr val="tx1"/>
          </a:fontRef>
        </p:style>
      </p:cxnSp>
      <p:cxnSp>
        <p:nvCxnSpPr>
          <p:cNvPr id="117" name="Straight Connector 116">
            <a:extLst>
              <a:ext uri="{FF2B5EF4-FFF2-40B4-BE49-F238E27FC236}">
                <a16:creationId xmlns:a16="http://schemas.microsoft.com/office/drawing/2014/main" id="{64B7766E-C245-A3C4-0E14-85C0DC0C7365}"/>
              </a:ext>
            </a:extLst>
          </p:cNvPr>
          <p:cNvCxnSpPr/>
          <p:nvPr/>
        </p:nvCxnSpPr>
        <p:spPr>
          <a:xfrm rot="16200000">
            <a:off x="6068303" y="2857148"/>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118" name="Straight Connector 117">
            <a:extLst>
              <a:ext uri="{FF2B5EF4-FFF2-40B4-BE49-F238E27FC236}">
                <a16:creationId xmlns:a16="http://schemas.microsoft.com/office/drawing/2014/main" id="{348F86C4-BF75-D7D0-2C3C-10372BE852B1}"/>
              </a:ext>
            </a:extLst>
          </p:cNvPr>
          <p:cNvCxnSpPr>
            <a:cxnSpLocks/>
          </p:cNvCxnSpPr>
          <p:nvPr/>
        </p:nvCxnSpPr>
        <p:spPr>
          <a:xfrm rot="16200000" flipV="1">
            <a:off x="6145430" y="2857148"/>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127" name="Straight Connector 126">
            <a:extLst>
              <a:ext uri="{FF2B5EF4-FFF2-40B4-BE49-F238E27FC236}">
                <a16:creationId xmlns:a16="http://schemas.microsoft.com/office/drawing/2014/main" id="{1E966EA0-EDE2-C09E-A8D7-E38CEF738371}"/>
              </a:ext>
            </a:extLst>
          </p:cNvPr>
          <p:cNvCxnSpPr>
            <a:cxnSpLocks/>
          </p:cNvCxnSpPr>
          <p:nvPr/>
        </p:nvCxnSpPr>
        <p:spPr>
          <a:xfrm flipH="1">
            <a:off x="7065331" y="5649298"/>
            <a:ext cx="1043878" cy="1146"/>
          </a:xfrm>
          <a:prstGeom prst="line">
            <a:avLst/>
          </a:prstGeom>
        </p:spPr>
        <p:style>
          <a:lnRef idx="2">
            <a:schemeClr val="dk1"/>
          </a:lnRef>
          <a:fillRef idx="0">
            <a:schemeClr val="dk1"/>
          </a:fillRef>
          <a:effectRef idx="1">
            <a:schemeClr val="dk1"/>
          </a:effectRef>
          <a:fontRef idx="minor">
            <a:schemeClr val="tx1"/>
          </a:fontRef>
        </p:style>
      </p:cxnSp>
      <p:cxnSp>
        <p:nvCxnSpPr>
          <p:cNvPr id="128" name="Straight Connector 127">
            <a:extLst>
              <a:ext uri="{FF2B5EF4-FFF2-40B4-BE49-F238E27FC236}">
                <a16:creationId xmlns:a16="http://schemas.microsoft.com/office/drawing/2014/main" id="{5281A71E-6184-C5C0-2171-0C52CC3C3917}"/>
              </a:ext>
            </a:extLst>
          </p:cNvPr>
          <p:cNvCxnSpPr/>
          <p:nvPr/>
        </p:nvCxnSpPr>
        <p:spPr>
          <a:xfrm flipH="1">
            <a:off x="7529760" y="5570582"/>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E8B24555-AA27-8B8F-35DC-8FA0F2652889}"/>
              </a:ext>
            </a:extLst>
          </p:cNvPr>
          <p:cNvCxnSpPr>
            <a:cxnSpLocks/>
          </p:cNvCxnSpPr>
          <p:nvPr/>
        </p:nvCxnSpPr>
        <p:spPr>
          <a:xfrm flipH="1" flipV="1">
            <a:off x="7529760" y="5647709"/>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131" name="Straight Connector 130">
            <a:extLst>
              <a:ext uri="{FF2B5EF4-FFF2-40B4-BE49-F238E27FC236}">
                <a16:creationId xmlns:a16="http://schemas.microsoft.com/office/drawing/2014/main" id="{19D00421-B258-FF1F-443A-A1C376713775}"/>
              </a:ext>
            </a:extLst>
          </p:cNvPr>
          <p:cNvCxnSpPr>
            <a:cxnSpLocks/>
            <a:stCxn id="97" idx="1"/>
          </p:cNvCxnSpPr>
          <p:nvPr/>
        </p:nvCxnSpPr>
        <p:spPr>
          <a:xfrm flipH="1" flipV="1">
            <a:off x="7065331" y="4778418"/>
            <a:ext cx="1051559" cy="3570"/>
          </a:xfrm>
          <a:prstGeom prst="line">
            <a:avLst/>
          </a:prstGeom>
        </p:spPr>
        <p:style>
          <a:lnRef idx="2">
            <a:schemeClr val="dk1"/>
          </a:lnRef>
          <a:fillRef idx="0">
            <a:schemeClr val="dk1"/>
          </a:fillRef>
          <a:effectRef idx="1">
            <a:schemeClr val="dk1"/>
          </a:effectRef>
          <a:fontRef idx="minor">
            <a:schemeClr val="tx1"/>
          </a:fontRef>
        </p:style>
      </p:cxnSp>
      <p:cxnSp>
        <p:nvCxnSpPr>
          <p:cNvPr id="132" name="Straight Connector 131">
            <a:extLst>
              <a:ext uri="{FF2B5EF4-FFF2-40B4-BE49-F238E27FC236}">
                <a16:creationId xmlns:a16="http://schemas.microsoft.com/office/drawing/2014/main" id="{EF2A95F5-FADC-CB99-0841-5C805CC888B5}"/>
              </a:ext>
            </a:extLst>
          </p:cNvPr>
          <p:cNvCxnSpPr/>
          <p:nvPr/>
        </p:nvCxnSpPr>
        <p:spPr>
          <a:xfrm flipH="1">
            <a:off x="7530919" y="4699997"/>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8FEF85AE-E2BB-A102-E65F-29B99BEC918B}"/>
              </a:ext>
            </a:extLst>
          </p:cNvPr>
          <p:cNvCxnSpPr>
            <a:cxnSpLocks/>
          </p:cNvCxnSpPr>
          <p:nvPr/>
        </p:nvCxnSpPr>
        <p:spPr>
          <a:xfrm flipH="1" flipV="1">
            <a:off x="7530919" y="4777124"/>
            <a:ext cx="132522" cy="77127"/>
          </a:xfrm>
          <a:prstGeom prst="line">
            <a:avLst/>
          </a:prstGeom>
        </p:spPr>
        <p:style>
          <a:lnRef idx="2">
            <a:schemeClr val="dk1"/>
          </a:lnRef>
          <a:fillRef idx="0">
            <a:schemeClr val="dk1"/>
          </a:fillRef>
          <a:effectRef idx="1">
            <a:schemeClr val="dk1"/>
          </a:effectRef>
          <a:fontRef idx="minor">
            <a:schemeClr val="tx1"/>
          </a:fontRef>
        </p:style>
      </p:cxnSp>
      <p:sp>
        <p:nvSpPr>
          <p:cNvPr id="138" name="TextBox 137">
            <a:extLst>
              <a:ext uri="{FF2B5EF4-FFF2-40B4-BE49-F238E27FC236}">
                <a16:creationId xmlns:a16="http://schemas.microsoft.com/office/drawing/2014/main" id="{D50A1A93-53DD-59A6-5093-37AD11833179}"/>
              </a:ext>
            </a:extLst>
          </p:cNvPr>
          <p:cNvSpPr txBox="1"/>
          <p:nvPr/>
        </p:nvSpPr>
        <p:spPr>
          <a:xfrm>
            <a:off x="6985411" y="5213997"/>
            <a:ext cx="1239871" cy="338554"/>
          </a:xfrm>
          <a:prstGeom prst="rect">
            <a:avLst/>
          </a:prstGeom>
          <a:noFill/>
        </p:spPr>
        <p:txBody>
          <a:bodyPr wrap="square" rtlCol="0">
            <a:spAutoFit/>
          </a:bodyPr>
          <a:lstStyle/>
          <a:p>
            <a:pPr algn="ctr"/>
            <a:r>
              <a:rPr lang="en-US" sz="800" dirty="0"/>
              <a:t>the product of [paid purchase] is [product]</a:t>
            </a:r>
          </a:p>
        </p:txBody>
      </p:sp>
      <p:sp>
        <p:nvSpPr>
          <p:cNvPr id="140" name="TextBox 139">
            <a:extLst>
              <a:ext uri="{FF2B5EF4-FFF2-40B4-BE49-F238E27FC236}">
                <a16:creationId xmlns:a16="http://schemas.microsoft.com/office/drawing/2014/main" id="{A458584A-9A5C-A696-CB07-A01FC3DBAF86}"/>
              </a:ext>
            </a:extLst>
          </p:cNvPr>
          <p:cNvSpPr txBox="1"/>
          <p:nvPr/>
        </p:nvSpPr>
        <p:spPr>
          <a:xfrm>
            <a:off x="6964221" y="4321736"/>
            <a:ext cx="1282250" cy="338554"/>
          </a:xfrm>
          <a:prstGeom prst="rect">
            <a:avLst/>
          </a:prstGeom>
          <a:noFill/>
        </p:spPr>
        <p:txBody>
          <a:bodyPr wrap="square" rtlCol="0">
            <a:spAutoFit/>
          </a:bodyPr>
          <a:lstStyle/>
          <a:p>
            <a:pPr algn="ctr"/>
            <a:r>
              <a:rPr lang="en-US" sz="800" dirty="0"/>
              <a:t>the product of [prepared purchase] is [product]</a:t>
            </a:r>
          </a:p>
        </p:txBody>
      </p:sp>
      <p:sp>
        <p:nvSpPr>
          <p:cNvPr id="142" name="Rectangle 141">
            <a:extLst>
              <a:ext uri="{FF2B5EF4-FFF2-40B4-BE49-F238E27FC236}">
                <a16:creationId xmlns:a16="http://schemas.microsoft.com/office/drawing/2014/main" id="{C126026F-2525-2AB2-6331-0004D6037371}"/>
              </a:ext>
            </a:extLst>
          </p:cNvPr>
          <p:cNvSpPr/>
          <p:nvPr/>
        </p:nvSpPr>
        <p:spPr>
          <a:xfrm>
            <a:off x="2314676" y="3543431"/>
            <a:ext cx="1750349" cy="754315"/>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DFBFABEB-9679-34C0-0636-2C08C0F1F4A5}"/>
              </a:ext>
            </a:extLst>
          </p:cNvPr>
          <p:cNvSpPr/>
          <p:nvPr/>
        </p:nvSpPr>
        <p:spPr>
          <a:xfrm>
            <a:off x="2310971" y="4374462"/>
            <a:ext cx="1750349" cy="786971"/>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3BA3E2EF-E7A6-ED8C-2A5D-1082C6752CFD}"/>
              </a:ext>
            </a:extLst>
          </p:cNvPr>
          <p:cNvSpPr/>
          <p:nvPr/>
        </p:nvSpPr>
        <p:spPr>
          <a:xfrm>
            <a:off x="8120004" y="4387645"/>
            <a:ext cx="1750349" cy="786971"/>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E25FDDE8-0336-256C-C161-B1E31C4EDD2F}"/>
              </a:ext>
            </a:extLst>
          </p:cNvPr>
          <p:cNvSpPr/>
          <p:nvPr/>
        </p:nvSpPr>
        <p:spPr>
          <a:xfrm>
            <a:off x="8123504" y="5258171"/>
            <a:ext cx="1750349" cy="750011"/>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6494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9FF5474-B23A-5D2C-5A03-3B68E6304DBA}"/>
              </a:ext>
            </a:extLst>
          </p:cNvPr>
          <p:cNvSpPr>
            <a:spLocks noGrp="1"/>
          </p:cNvSpPr>
          <p:nvPr>
            <p:ph type="body" sz="quarter" idx="15"/>
          </p:nvPr>
        </p:nvSpPr>
        <p:spPr/>
        <p:txBody>
          <a:bodyPr/>
          <a:lstStyle/>
          <a:p>
            <a:endParaRPr lang="en-US"/>
          </a:p>
        </p:txBody>
      </p:sp>
      <p:sp>
        <p:nvSpPr>
          <p:cNvPr id="14" name="Content Placeholder 13">
            <a:extLst>
              <a:ext uri="{FF2B5EF4-FFF2-40B4-BE49-F238E27FC236}">
                <a16:creationId xmlns:a16="http://schemas.microsoft.com/office/drawing/2014/main" id="{F56AB05A-A9C1-6492-9EB9-12EECFBCF6D6}"/>
              </a:ext>
            </a:extLst>
          </p:cNvPr>
          <p:cNvSpPr>
            <a:spLocks noGrp="1"/>
          </p:cNvSpPr>
          <p:nvPr>
            <p:ph sz="quarter" idx="39"/>
          </p:nvPr>
        </p:nvSpPr>
        <p:spPr/>
        <p:txBody>
          <a:bodyPr/>
          <a:lstStyle/>
          <a:p>
            <a:pPr>
              <a:buNone/>
            </a:pPr>
            <a:r>
              <a:rPr lang="en-US" sz="1600" dirty="0"/>
              <a:t>In the exchange of cars example, the leaf is the result of another Transfer of Ownership tree. Same is the case when we let the initiator pay money for it.</a:t>
            </a:r>
          </a:p>
          <a:p>
            <a:pPr>
              <a:buNone/>
            </a:pPr>
            <a:endParaRPr lang="en-US" sz="1600" dirty="0"/>
          </a:p>
          <a:p>
            <a:pPr>
              <a:buNone/>
            </a:pPr>
            <a:r>
              <a:rPr lang="en-US" sz="1600" dirty="0"/>
              <a:t>It could also be that the initiator and the executor agree on the executor paying in the form of Obtaining Usufruct. As long as the car is in operational possession of the initiator, the executor can make use of the swimming pool and gym of the initiator. The create an agreement for that.</a:t>
            </a:r>
          </a:p>
          <a:p>
            <a:pPr>
              <a:buNone/>
            </a:pPr>
            <a:endParaRPr lang="en-US" sz="1600" dirty="0"/>
          </a:p>
          <a:p>
            <a:pPr>
              <a:buNone/>
            </a:pPr>
            <a:r>
              <a:rPr lang="en-US" sz="1600" dirty="0"/>
              <a:t>In this case the “payment transaction kind” will be the result of an Obtaining Usufruct within an Usufruct Agreement (intangible Creating and Changing). In this case the product is a use agreement. During that use agreement obtaining </a:t>
            </a:r>
            <a:r>
              <a:rPr lang="en-US" sz="1600" dirty="0" err="1"/>
              <a:t>ususfruct</a:t>
            </a:r>
            <a:r>
              <a:rPr lang="en-US" sz="1600" dirty="0"/>
              <a:t> of the </a:t>
            </a:r>
            <a:r>
              <a:rPr lang="en-US" sz="1600" dirty="0" err="1"/>
              <a:t>swimingpool</a:t>
            </a:r>
            <a:r>
              <a:rPr lang="en-US" sz="1600" dirty="0"/>
              <a:t> and gym is allowed.</a:t>
            </a:r>
          </a:p>
        </p:txBody>
      </p:sp>
      <p:pic>
        <p:nvPicPr>
          <p:cNvPr id="12" name="Picture 11">
            <a:extLst>
              <a:ext uri="{FF2B5EF4-FFF2-40B4-BE49-F238E27FC236}">
                <a16:creationId xmlns:a16="http://schemas.microsoft.com/office/drawing/2014/main" id="{EC5F2E7F-4660-EFFB-FC44-20FBBA18338D}"/>
              </a:ext>
            </a:extLst>
          </p:cNvPr>
          <p:cNvPicPr>
            <a:picLocks noChangeAspect="1"/>
          </p:cNvPicPr>
          <p:nvPr/>
        </p:nvPicPr>
        <p:blipFill>
          <a:blip r:embed="rId3"/>
          <a:stretch>
            <a:fillRect/>
          </a:stretch>
        </p:blipFill>
        <p:spPr>
          <a:xfrm>
            <a:off x="1762540" y="1868558"/>
            <a:ext cx="2902108" cy="4038598"/>
          </a:xfrm>
          <a:prstGeom prst="rect">
            <a:avLst/>
          </a:prstGeom>
        </p:spPr>
      </p:pic>
    </p:spTree>
    <p:extLst>
      <p:ext uri="{BB962C8B-B14F-4D97-AF65-F5344CB8AC3E}">
        <p14:creationId xmlns:p14="http://schemas.microsoft.com/office/powerpoint/2010/main" val="1684572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BA32B-372F-4CA4-8EF8-9F297C94651F}"/>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2EC40839-B8AE-D788-AA29-6132C2E0C542}"/>
              </a:ext>
            </a:extLst>
          </p:cNvPr>
          <p:cNvSpPr>
            <a:spLocks noGrp="1"/>
          </p:cNvSpPr>
          <p:nvPr>
            <p:ph type="body" sz="quarter" idx="15"/>
          </p:nvPr>
        </p:nvSpPr>
        <p:spPr/>
        <p:txBody>
          <a:bodyPr/>
          <a:lstStyle/>
          <a:p>
            <a:r>
              <a:rPr lang="en-US" dirty="0"/>
              <a:t>OFD for both</a:t>
            </a:r>
          </a:p>
        </p:txBody>
      </p:sp>
      <p:sp>
        <p:nvSpPr>
          <p:cNvPr id="7" name="Rectangle: Rounded Corners 6">
            <a:extLst>
              <a:ext uri="{FF2B5EF4-FFF2-40B4-BE49-F238E27FC236}">
                <a16:creationId xmlns:a16="http://schemas.microsoft.com/office/drawing/2014/main" id="{39D85CCB-5D97-38A6-ECA5-BE0236C0C4D0}"/>
              </a:ext>
            </a:extLst>
          </p:cNvPr>
          <p:cNvSpPr/>
          <p:nvPr/>
        </p:nvSpPr>
        <p:spPr>
          <a:xfrm>
            <a:off x="2304592" y="3536781"/>
            <a:ext cx="1760434" cy="771763"/>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0869199-5A35-0ECE-04CD-6103873B7AE9}"/>
              </a:ext>
            </a:extLst>
          </p:cNvPr>
          <p:cNvSpPr/>
          <p:nvPr/>
        </p:nvSpPr>
        <p:spPr>
          <a:xfrm>
            <a:off x="2304592" y="4395325"/>
            <a:ext cx="1760434" cy="771763"/>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C2C3D324-390D-8F4B-A17B-8FC9655E0B32}"/>
              </a:ext>
            </a:extLst>
          </p:cNvPr>
          <p:cNvSpPr/>
          <p:nvPr/>
        </p:nvSpPr>
        <p:spPr>
          <a:xfrm>
            <a:off x="2304592" y="5236419"/>
            <a:ext cx="1760434" cy="771763"/>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AA30715-8D6C-C469-6717-EBA6323363F4}"/>
              </a:ext>
            </a:extLst>
          </p:cNvPr>
          <p:cNvCxnSpPr>
            <a:cxnSpLocks/>
          </p:cNvCxnSpPr>
          <p:nvPr/>
        </p:nvCxnSpPr>
        <p:spPr>
          <a:xfrm flipH="1" flipV="1">
            <a:off x="2185560" y="4823915"/>
            <a:ext cx="870793" cy="1"/>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5548AF0E-36C8-8963-7CDF-F123D56FCF69}"/>
              </a:ext>
            </a:extLst>
          </p:cNvPr>
          <p:cNvCxnSpPr>
            <a:cxnSpLocks/>
          </p:cNvCxnSpPr>
          <p:nvPr/>
        </p:nvCxnSpPr>
        <p:spPr>
          <a:xfrm flipH="1" flipV="1">
            <a:off x="2196143" y="5675810"/>
            <a:ext cx="870793" cy="1"/>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1B2C2F64-B0A7-BDC4-886A-4D3D558130D0}"/>
              </a:ext>
            </a:extLst>
          </p:cNvPr>
          <p:cNvCxnSpPr>
            <a:cxnSpLocks/>
            <a:stCxn id="22" idx="1"/>
          </p:cNvCxnSpPr>
          <p:nvPr/>
        </p:nvCxnSpPr>
        <p:spPr>
          <a:xfrm flipH="1" flipV="1">
            <a:off x="2185560" y="3998201"/>
            <a:ext cx="872451" cy="1"/>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5FE93AEE-94BE-669B-8D16-FF8E2EAD4890}"/>
              </a:ext>
            </a:extLst>
          </p:cNvPr>
          <p:cNvCxnSpPr>
            <a:cxnSpLocks/>
            <a:stCxn id="18" idx="2"/>
            <a:endCxn id="14" idx="0"/>
          </p:cNvCxnSpPr>
          <p:nvPr/>
        </p:nvCxnSpPr>
        <p:spPr>
          <a:xfrm>
            <a:off x="1315968" y="2651246"/>
            <a:ext cx="0" cy="472730"/>
          </a:xfrm>
          <a:prstGeom prst="line">
            <a:avLst/>
          </a:prstGeom>
        </p:spPr>
        <p:style>
          <a:lnRef idx="2">
            <a:schemeClr val="dk1"/>
          </a:lnRef>
          <a:fillRef idx="0">
            <a:schemeClr val="dk1"/>
          </a:fillRef>
          <a:effectRef idx="1">
            <a:schemeClr val="dk1"/>
          </a:effectRef>
          <a:fontRef idx="minor">
            <a:schemeClr val="tx1"/>
          </a:fontRef>
        </p:style>
      </p:cxnSp>
      <p:sp>
        <p:nvSpPr>
          <p:cNvPr id="14" name="Rectangle: Rounded Corners 13">
            <a:extLst>
              <a:ext uri="{FF2B5EF4-FFF2-40B4-BE49-F238E27FC236}">
                <a16:creationId xmlns:a16="http://schemas.microsoft.com/office/drawing/2014/main" id="{D48326D2-C0C2-31EE-A020-B3AE1ADC28C5}"/>
              </a:ext>
            </a:extLst>
          </p:cNvPr>
          <p:cNvSpPr/>
          <p:nvPr/>
        </p:nvSpPr>
        <p:spPr>
          <a:xfrm>
            <a:off x="435751" y="3123976"/>
            <a:ext cx="1760434" cy="2884206"/>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D600ACD-7E9F-123A-2F9F-307DD7802E78}"/>
              </a:ext>
            </a:extLst>
          </p:cNvPr>
          <p:cNvSpPr txBox="1"/>
          <p:nvPr/>
        </p:nvSpPr>
        <p:spPr>
          <a:xfrm>
            <a:off x="997707" y="3123976"/>
            <a:ext cx="636521" cy="338554"/>
          </a:xfrm>
          <a:prstGeom prst="rect">
            <a:avLst/>
          </a:prstGeom>
          <a:noFill/>
        </p:spPr>
        <p:txBody>
          <a:bodyPr wrap="none" rtlCol="0">
            <a:spAutoFit/>
          </a:bodyPr>
          <a:lstStyle/>
          <a:p>
            <a:r>
              <a:rPr lang="en-US" sz="1600" dirty="0"/>
              <a:t>SALE</a:t>
            </a:r>
          </a:p>
        </p:txBody>
      </p:sp>
      <p:grpSp>
        <p:nvGrpSpPr>
          <p:cNvPr id="16" name="Group 15">
            <a:extLst>
              <a:ext uri="{FF2B5EF4-FFF2-40B4-BE49-F238E27FC236}">
                <a16:creationId xmlns:a16="http://schemas.microsoft.com/office/drawing/2014/main" id="{F09EB72B-5DA5-6211-B454-447A26C5DFF1}"/>
              </a:ext>
            </a:extLst>
          </p:cNvPr>
          <p:cNvGrpSpPr/>
          <p:nvPr/>
        </p:nvGrpSpPr>
        <p:grpSpPr>
          <a:xfrm>
            <a:off x="1189170" y="2405025"/>
            <a:ext cx="253596" cy="246221"/>
            <a:chOff x="3218881" y="1391632"/>
            <a:chExt cx="253596" cy="246221"/>
          </a:xfrm>
        </p:grpSpPr>
        <p:sp>
          <p:nvSpPr>
            <p:cNvPr id="17" name="Rectangle 16">
              <a:extLst>
                <a:ext uri="{FF2B5EF4-FFF2-40B4-BE49-F238E27FC236}">
                  <a16:creationId xmlns:a16="http://schemas.microsoft.com/office/drawing/2014/main" id="{0C3D4437-81EC-374B-D09C-2D81AED85F16}"/>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58D0B68-6D8C-9424-5F8B-903399F7E9C8}"/>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1</a:t>
              </a:r>
            </a:p>
          </p:txBody>
        </p:sp>
      </p:grpSp>
      <p:sp>
        <p:nvSpPr>
          <p:cNvPr id="19" name="TextBox 18">
            <a:extLst>
              <a:ext uri="{FF2B5EF4-FFF2-40B4-BE49-F238E27FC236}">
                <a16:creationId xmlns:a16="http://schemas.microsoft.com/office/drawing/2014/main" id="{AFC438BF-F63E-832A-C2F1-DCB2357951A2}"/>
              </a:ext>
            </a:extLst>
          </p:cNvPr>
          <p:cNvSpPr txBox="1"/>
          <p:nvPr/>
        </p:nvSpPr>
        <p:spPr>
          <a:xfrm>
            <a:off x="696247" y="2133865"/>
            <a:ext cx="1239442" cy="246221"/>
          </a:xfrm>
          <a:prstGeom prst="rect">
            <a:avLst/>
          </a:prstGeom>
          <a:noFill/>
        </p:spPr>
        <p:txBody>
          <a:bodyPr wrap="none" rtlCol="0">
            <a:spAutoFit/>
          </a:bodyPr>
          <a:lstStyle/>
          <a:p>
            <a:r>
              <a:rPr lang="en-US" sz="1000" dirty="0"/>
              <a:t>[sale] is completed</a:t>
            </a:r>
          </a:p>
        </p:txBody>
      </p:sp>
      <p:grpSp>
        <p:nvGrpSpPr>
          <p:cNvPr id="20" name="Group 19">
            <a:extLst>
              <a:ext uri="{FF2B5EF4-FFF2-40B4-BE49-F238E27FC236}">
                <a16:creationId xmlns:a16="http://schemas.microsoft.com/office/drawing/2014/main" id="{1ED9189B-D8BD-C6DE-BF82-5B32D30777EC}"/>
              </a:ext>
            </a:extLst>
          </p:cNvPr>
          <p:cNvGrpSpPr/>
          <p:nvPr/>
        </p:nvGrpSpPr>
        <p:grpSpPr>
          <a:xfrm>
            <a:off x="3058011" y="3875091"/>
            <a:ext cx="253596" cy="246221"/>
            <a:chOff x="3218881" y="1391632"/>
            <a:chExt cx="253596" cy="246221"/>
          </a:xfrm>
        </p:grpSpPr>
        <p:sp>
          <p:nvSpPr>
            <p:cNvPr id="21" name="Rectangle 20">
              <a:extLst>
                <a:ext uri="{FF2B5EF4-FFF2-40B4-BE49-F238E27FC236}">
                  <a16:creationId xmlns:a16="http://schemas.microsoft.com/office/drawing/2014/main" id="{AE9941B2-C3BA-6AE8-9A2D-995A45AA12C4}"/>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B455A27-5BEB-7EAA-16CF-C855EC8C0F2C}"/>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4</a:t>
              </a:r>
            </a:p>
          </p:txBody>
        </p:sp>
      </p:grpSp>
      <p:grpSp>
        <p:nvGrpSpPr>
          <p:cNvPr id="23" name="Group 22">
            <a:extLst>
              <a:ext uri="{FF2B5EF4-FFF2-40B4-BE49-F238E27FC236}">
                <a16:creationId xmlns:a16="http://schemas.microsoft.com/office/drawing/2014/main" id="{4339FA7C-423C-D86C-F145-3CAC796FC513}"/>
              </a:ext>
            </a:extLst>
          </p:cNvPr>
          <p:cNvGrpSpPr/>
          <p:nvPr/>
        </p:nvGrpSpPr>
        <p:grpSpPr>
          <a:xfrm>
            <a:off x="3058011" y="4704270"/>
            <a:ext cx="253596" cy="246221"/>
            <a:chOff x="3218881" y="1391632"/>
            <a:chExt cx="253596" cy="246221"/>
          </a:xfrm>
        </p:grpSpPr>
        <p:sp>
          <p:nvSpPr>
            <p:cNvPr id="24" name="Rectangle 23">
              <a:extLst>
                <a:ext uri="{FF2B5EF4-FFF2-40B4-BE49-F238E27FC236}">
                  <a16:creationId xmlns:a16="http://schemas.microsoft.com/office/drawing/2014/main" id="{25D06E0E-1565-9102-1F24-03C941E90809}"/>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37593F5-C9E9-795B-7DFD-1E7730F7861F}"/>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2</a:t>
              </a:r>
            </a:p>
          </p:txBody>
        </p:sp>
      </p:grpSp>
      <p:grpSp>
        <p:nvGrpSpPr>
          <p:cNvPr id="26" name="Group 25">
            <a:extLst>
              <a:ext uri="{FF2B5EF4-FFF2-40B4-BE49-F238E27FC236}">
                <a16:creationId xmlns:a16="http://schemas.microsoft.com/office/drawing/2014/main" id="{EAA3565F-774E-9EC6-778C-A24E9A620F7D}"/>
              </a:ext>
            </a:extLst>
          </p:cNvPr>
          <p:cNvGrpSpPr/>
          <p:nvPr/>
        </p:nvGrpSpPr>
        <p:grpSpPr>
          <a:xfrm>
            <a:off x="3058011" y="5552700"/>
            <a:ext cx="253596" cy="246221"/>
            <a:chOff x="3218881" y="1391632"/>
            <a:chExt cx="253596" cy="246221"/>
          </a:xfrm>
        </p:grpSpPr>
        <p:sp>
          <p:nvSpPr>
            <p:cNvPr id="27" name="Rectangle 26">
              <a:extLst>
                <a:ext uri="{FF2B5EF4-FFF2-40B4-BE49-F238E27FC236}">
                  <a16:creationId xmlns:a16="http://schemas.microsoft.com/office/drawing/2014/main" id="{FD10C439-771C-B76F-7EE7-FA003B7E0FEF}"/>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EB2A932-DDFD-26C8-0E89-3E586449EEB4}"/>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3</a:t>
              </a:r>
            </a:p>
          </p:txBody>
        </p:sp>
      </p:grpSp>
      <p:sp>
        <p:nvSpPr>
          <p:cNvPr id="29" name="TextBox 28">
            <a:extLst>
              <a:ext uri="{FF2B5EF4-FFF2-40B4-BE49-F238E27FC236}">
                <a16:creationId xmlns:a16="http://schemas.microsoft.com/office/drawing/2014/main" id="{0791894B-BEE1-0F9B-9A7A-FE599D594177}"/>
              </a:ext>
            </a:extLst>
          </p:cNvPr>
          <p:cNvSpPr txBox="1"/>
          <p:nvPr/>
        </p:nvSpPr>
        <p:spPr>
          <a:xfrm>
            <a:off x="2597148" y="4103303"/>
            <a:ext cx="1175322" cy="246221"/>
          </a:xfrm>
          <a:prstGeom prst="rect">
            <a:avLst/>
          </a:prstGeom>
          <a:noFill/>
        </p:spPr>
        <p:txBody>
          <a:bodyPr wrap="none" rtlCol="0">
            <a:spAutoFit/>
          </a:bodyPr>
          <a:lstStyle/>
          <a:p>
            <a:r>
              <a:rPr lang="en-US" sz="1000" dirty="0"/>
              <a:t>[sale] is prepared</a:t>
            </a:r>
          </a:p>
        </p:txBody>
      </p:sp>
      <p:sp>
        <p:nvSpPr>
          <p:cNvPr id="30" name="TextBox 29">
            <a:extLst>
              <a:ext uri="{FF2B5EF4-FFF2-40B4-BE49-F238E27FC236}">
                <a16:creationId xmlns:a16="http://schemas.microsoft.com/office/drawing/2014/main" id="{8B684376-1F55-0196-7A98-1442C93EFEEA}"/>
              </a:ext>
            </a:extLst>
          </p:cNvPr>
          <p:cNvSpPr txBox="1"/>
          <p:nvPr/>
        </p:nvSpPr>
        <p:spPr>
          <a:xfrm>
            <a:off x="2743823" y="4950491"/>
            <a:ext cx="881973" cy="246221"/>
          </a:xfrm>
          <a:prstGeom prst="rect">
            <a:avLst/>
          </a:prstGeom>
          <a:noFill/>
        </p:spPr>
        <p:txBody>
          <a:bodyPr wrap="none" rtlCol="0">
            <a:spAutoFit/>
          </a:bodyPr>
          <a:lstStyle/>
          <a:p>
            <a:r>
              <a:rPr lang="en-US" sz="1000" dirty="0"/>
              <a:t>[sale] is paid</a:t>
            </a:r>
          </a:p>
        </p:txBody>
      </p:sp>
      <p:sp>
        <p:nvSpPr>
          <p:cNvPr id="31" name="TextBox 30">
            <a:extLst>
              <a:ext uri="{FF2B5EF4-FFF2-40B4-BE49-F238E27FC236}">
                <a16:creationId xmlns:a16="http://schemas.microsoft.com/office/drawing/2014/main" id="{6314186E-847D-73E2-6A16-77D8C422AD67}"/>
              </a:ext>
            </a:extLst>
          </p:cNvPr>
          <p:cNvSpPr txBox="1"/>
          <p:nvPr/>
        </p:nvSpPr>
        <p:spPr>
          <a:xfrm>
            <a:off x="2609972" y="5798921"/>
            <a:ext cx="1149674" cy="246221"/>
          </a:xfrm>
          <a:prstGeom prst="rect">
            <a:avLst/>
          </a:prstGeom>
          <a:noFill/>
        </p:spPr>
        <p:txBody>
          <a:bodyPr wrap="none" rtlCol="0">
            <a:spAutoFit/>
          </a:bodyPr>
          <a:lstStyle/>
          <a:p>
            <a:r>
              <a:rPr lang="en-US" sz="1000" dirty="0"/>
              <a:t>[sale] is delivered</a:t>
            </a:r>
          </a:p>
        </p:txBody>
      </p:sp>
      <p:sp>
        <p:nvSpPr>
          <p:cNvPr id="32" name="TextBox 31">
            <a:extLst>
              <a:ext uri="{FF2B5EF4-FFF2-40B4-BE49-F238E27FC236}">
                <a16:creationId xmlns:a16="http://schemas.microsoft.com/office/drawing/2014/main" id="{9286A0E9-8F07-FFE8-45A8-E9F489DC7701}"/>
              </a:ext>
            </a:extLst>
          </p:cNvPr>
          <p:cNvSpPr txBox="1"/>
          <p:nvPr/>
        </p:nvSpPr>
        <p:spPr>
          <a:xfrm>
            <a:off x="2252468" y="3506981"/>
            <a:ext cx="1864681" cy="261610"/>
          </a:xfrm>
          <a:prstGeom prst="rect">
            <a:avLst/>
          </a:prstGeom>
          <a:noFill/>
        </p:spPr>
        <p:txBody>
          <a:bodyPr wrap="square">
            <a:spAutoFit/>
          </a:bodyPr>
          <a:lstStyle/>
          <a:p>
            <a:pPr algn="ctr"/>
            <a:r>
              <a:rPr lang="en-US" sz="1100" dirty="0"/>
              <a:t>PREPARED SALE</a:t>
            </a:r>
          </a:p>
        </p:txBody>
      </p:sp>
      <p:sp>
        <p:nvSpPr>
          <p:cNvPr id="33" name="TextBox 32">
            <a:extLst>
              <a:ext uri="{FF2B5EF4-FFF2-40B4-BE49-F238E27FC236}">
                <a16:creationId xmlns:a16="http://schemas.microsoft.com/office/drawing/2014/main" id="{FEBCC9B0-9F0D-0C1F-5239-E7A5F96F9AD2}"/>
              </a:ext>
            </a:extLst>
          </p:cNvPr>
          <p:cNvSpPr txBox="1"/>
          <p:nvPr/>
        </p:nvSpPr>
        <p:spPr>
          <a:xfrm>
            <a:off x="2238224" y="5195091"/>
            <a:ext cx="1893169" cy="261610"/>
          </a:xfrm>
          <a:prstGeom prst="rect">
            <a:avLst/>
          </a:prstGeom>
          <a:noFill/>
        </p:spPr>
        <p:txBody>
          <a:bodyPr wrap="square">
            <a:spAutoFit/>
          </a:bodyPr>
          <a:lstStyle/>
          <a:p>
            <a:pPr algn="ctr"/>
            <a:r>
              <a:rPr lang="en-US" sz="1100" dirty="0"/>
              <a:t>DELIVERED SALE</a:t>
            </a:r>
          </a:p>
        </p:txBody>
      </p:sp>
      <p:sp>
        <p:nvSpPr>
          <p:cNvPr id="34" name="TextBox 33">
            <a:extLst>
              <a:ext uri="{FF2B5EF4-FFF2-40B4-BE49-F238E27FC236}">
                <a16:creationId xmlns:a16="http://schemas.microsoft.com/office/drawing/2014/main" id="{8C5719B8-CD48-32BF-06ED-41EB3CC56BE6}"/>
              </a:ext>
            </a:extLst>
          </p:cNvPr>
          <p:cNvSpPr txBox="1"/>
          <p:nvPr/>
        </p:nvSpPr>
        <p:spPr>
          <a:xfrm>
            <a:off x="2597147" y="4369550"/>
            <a:ext cx="1175322" cy="261610"/>
          </a:xfrm>
          <a:prstGeom prst="rect">
            <a:avLst/>
          </a:prstGeom>
          <a:noFill/>
        </p:spPr>
        <p:txBody>
          <a:bodyPr wrap="square">
            <a:spAutoFit/>
          </a:bodyPr>
          <a:lstStyle/>
          <a:p>
            <a:pPr algn="ctr"/>
            <a:r>
              <a:rPr lang="en-US" sz="1100" dirty="0"/>
              <a:t>PAID SALE</a:t>
            </a:r>
          </a:p>
        </p:txBody>
      </p:sp>
      <p:sp>
        <p:nvSpPr>
          <p:cNvPr id="35" name="Rectangle: Rounded Corners 34">
            <a:extLst>
              <a:ext uri="{FF2B5EF4-FFF2-40B4-BE49-F238E27FC236}">
                <a16:creationId xmlns:a16="http://schemas.microsoft.com/office/drawing/2014/main" id="{0CB97AA6-1CD3-4FCF-FFCF-5077F91F39AE}"/>
              </a:ext>
            </a:extLst>
          </p:cNvPr>
          <p:cNvSpPr/>
          <p:nvPr/>
        </p:nvSpPr>
        <p:spPr>
          <a:xfrm>
            <a:off x="5304897" y="3119405"/>
            <a:ext cx="1760434" cy="2884206"/>
          </a:xfrm>
          <a:prstGeom prst="roundRect">
            <a:avLst>
              <a:gd name="adj" fmla="val 6958"/>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B0A68D39-7F03-9F8F-FD97-F6ED4E515054}"/>
              </a:ext>
            </a:extLst>
          </p:cNvPr>
          <p:cNvSpPr txBox="1"/>
          <p:nvPr/>
        </p:nvSpPr>
        <p:spPr>
          <a:xfrm>
            <a:off x="5625203" y="3116670"/>
            <a:ext cx="1093569" cy="338554"/>
          </a:xfrm>
          <a:prstGeom prst="rect">
            <a:avLst/>
          </a:prstGeom>
          <a:noFill/>
        </p:spPr>
        <p:txBody>
          <a:bodyPr wrap="none" rtlCol="0">
            <a:spAutoFit/>
          </a:bodyPr>
          <a:lstStyle/>
          <a:p>
            <a:r>
              <a:rPr lang="en-US" sz="1600" dirty="0"/>
              <a:t>PRODUCT</a:t>
            </a:r>
          </a:p>
        </p:txBody>
      </p:sp>
      <p:sp>
        <p:nvSpPr>
          <p:cNvPr id="37" name="TextBox 36">
            <a:extLst>
              <a:ext uri="{FF2B5EF4-FFF2-40B4-BE49-F238E27FC236}">
                <a16:creationId xmlns:a16="http://schemas.microsoft.com/office/drawing/2014/main" id="{2E0876AC-5AFF-BC3B-9062-EDF5A987AE6B}"/>
              </a:ext>
            </a:extLst>
          </p:cNvPr>
          <p:cNvSpPr txBox="1"/>
          <p:nvPr/>
        </p:nvSpPr>
        <p:spPr>
          <a:xfrm>
            <a:off x="4002475" y="3508778"/>
            <a:ext cx="1364973" cy="338554"/>
          </a:xfrm>
          <a:prstGeom prst="rect">
            <a:avLst/>
          </a:prstGeom>
          <a:noFill/>
        </p:spPr>
        <p:txBody>
          <a:bodyPr wrap="square" rtlCol="0">
            <a:spAutoFit/>
          </a:bodyPr>
          <a:lstStyle/>
          <a:p>
            <a:pPr algn="ctr"/>
            <a:r>
              <a:rPr lang="en-US" sz="800" dirty="0"/>
              <a:t>the product of [prepared sale] is [product]</a:t>
            </a:r>
          </a:p>
        </p:txBody>
      </p:sp>
      <p:cxnSp>
        <p:nvCxnSpPr>
          <p:cNvPr id="39" name="Straight Connector 38">
            <a:extLst>
              <a:ext uri="{FF2B5EF4-FFF2-40B4-BE49-F238E27FC236}">
                <a16:creationId xmlns:a16="http://schemas.microsoft.com/office/drawing/2014/main" id="{2596A75C-54CF-66FE-685F-7F267556F7F9}"/>
              </a:ext>
            </a:extLst>
          </p:cNvPr>
          <p:cNvCxnSpPr>
            <a:cxnSpLocks/>
          </p:cNvCxnSpPr>
          <p:nvPr/>
        </p:nvCxnSpPr>
        <p:spPr>
          <a:xfrm>
            <a:off x="4066362" y="4785309"/>
            <a:ext cx="1227910" cy="193"/>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7D9E85BE-095D-84EA-E1AD-AF866A244531}"/>
              </a:ext>
            </a:extLst>
          </p:cNvPr>
          <p:cNvCxnSpPr/>
          <p:nvPr/>
        </p:nvCxnSpPr>
        <p:spPr>
          <a:xfrm>
            <a:off x="4608908" y="4704269"/>
            <a:ext cx="132522" cy="78305"/>
          </a:xfrm>
          <a:prstGeom prst="line">
            <a:avLst/>
          </a:prstGeom>
        </p:spPr>
        <p:style>
          <a:lnRef idx="2">
            <a:schemeClr val="dk1"/>
          </a:lnRef>
          <a:fillRef idx="0">
            <a:schemeClr val="dk1"/>
          </a:fillRef>
          <a:effectRef idx="1">
            <a:schemeClr val="dk1"/>
          </a:effectRef>
          <a:fontRef idx="minor">
            <a:schemeClr val="tx1"/>
          </a:fontRef>
        </p:style>
      </p:cxnSp>
      <p:cxnSp>
        <p:nvCxnSpPr>
          <p:cNvPr id="41" name="Straight Connector 40">
            <a:extLst>
              <a:ext uri="{FF2B5EF4-FFF2-40B4-BE49-F238E27FC236}">
                <a16:creationId xmlns:a16="http://schemas.microsoft.com/office/drawing/2014/main" id="{0E957808-F305-4470-0B77-C2C29F1AA0C9}"/>
              </a:ext>
            </a:extLst>
          </p:cNvPr>
          <p:cNvCxnSpPr>
            <a:cxnSpLocks/>
          </p:cNvCxnSpPr>
          <p:nvPr/>
        </p:nvCxnSpPr>
        <p:spPr>
          <a:xfrm flipV="1">
            <a:off x="4608908" y="4782574"/>
            <a:ext cx="132522" cy="78305"/>
          </a:xfrm>
          <a:prstGeom prst="line">
            <a:avLst/>
          </a:prstGeom>
        </p:spPr>
        <p:style>
          <a:lnRef idx="2">
            <a:schemeClr val="dk1"/>
          </a:lnRef>
          <a:fillRef idx="0">
            <a:schemeClr val="dk1"/>
          </a:fillRef>
          <a:effectRef idx="1">
            <a:schemeClr val="dk1"/>
          </a:effectRef>
          <a:fontRef idx="minor">
            <a:schemeClr val="tx1"/>
          </a:fontRef>
        </p:style>
      </p:cxnSp>
      <p:grpSp>
        <p:nvGrpSpPr>
          <p:cNvPr id="42" name="Group 41">
            <a:extLst>
              <a:ext uri="{FF2B5EF4-FFF2-40B4-BE49-F238E27FC236}">
                <a16:creationId xmlns:a16="http://schemas.microsoft.com/office/drawing/2014/main" id="{947FC834-8237-4219-EECF-E7A2DB682C06}"/>
              </a:ext>
            </a:extLst>
          </p:cNvPr>
          <p:cNvGrpSpPr/>
          <p:nvPr/>
        </p:nvGrpSpPr>
        <p:grpSpPr>
          <a:xfrm>
            <a:off x="4065026" y="5527601"/>
            <a:ext cx="1239871" cy="154254"/>
            <a:chOff x="6875086" y="2734961"/>
            <a:chExt cx="1239871" cy="154254"/>
          </a:xfrm>
        </p:grpSpPr>
        <p:cxnSp>
          <p:nvCxnSpPr>
            <p:cNvPr id="43" name="Straight Connector 42">
              <a:extLst>
                <a:ext uri="{FF2B5EF4-FFF2-40B4-BE49-F238E27FC236}">
                  <a16:creationId xmlns:a16="http://schemas.microsoft.com/office/drawing/2014/main" id="{5C22DD8F-EF63-D7A5-656D-0CC9DA3024C9}"/>
                </a:ext>
              </a:extLst>
            </p:cNvPr>
            <p:cNvCxnSpPr>
              <a:cxnSpLocks/>
            </p:cNvCxnSpPr>
            <p:nvPr/>
          </p:nvCxnSpPr>
          <p:spPr>
            <a:xfrm flipV="1">
              <a:off x="6875086" y="2812088"/>
              <a:ext cx="1239871" cy="1589"/>
            </a:xfrm>
            <a:prstGeom prst="line">
              <a:avLst/>
            </a:prstGeom>
          </p:spPr>
          <p:style>
            <a:lnRef idx="2">
              <a:schemeClr val="dk1"/>
            </a:lnRef>
            <a:fillRef idx="0">
              <a:schemeClr val="dk1"/>
            </a:fillRef>
            <a:effectRef idx="1">
              <a:schemeClr val="dk1"/>
            </a:effectRef>
            <a:fontRef idx="minor">
              <a:schemeClr val="tx1"/>
            </a:fontRef>
          </p:style>
        </p:cxnSp>
        <p:cxnSp>
          <p:nvCxnSpPr>
            <p:cNvPr id="44" name="Straight Connector 43">
              <a:extLst>
                <a:ext uri="{FF2B5EF4-FFF2-40B4-BE49-F238E27FC236}">
                  <a16:creationId xmlns:a16="http://schemas.microsoft.com/office/drawing/2014/main" id="{6485261F-0603-ACA5-B0AB-E3027909BA73}"/>
                </a:ext>
              </a:extLst>
            </p:cNvPr>
            <p:cNvCxnSpPr/>
            <p:nvPr/>
          </p:nvCxnSpPr>
          <p:spPr>
            <a:xfrm>
              <a:off x="7416800" y="2734961"/>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45" name="Straight Connector 44">
              <a:extLst>
                <a:ext uri="{FF2B5EF4-FFF2-40B4-BE49-F238E27FC236}">
                  <a16:creationId xmlns:a16="http://schemas.microsoft.com/office/drawing/2014/main" id="{AE6D75C5-8DB7-CCC2-8586-6CE98BD61F46}"/>
                </a:ext>
              </a:extLst>
            </p:cNvPr>
            <p:cNvCxnSpPr>
              <a:cxnSpLocks/>
            </p:cNvCxnSpPr>
            <p:nvPr/>
          </p:nvCxnSpPr>
          <p:spPr>
            <a:xfrm flipV="1">
              <a:off x="7416800" y="2812088"/>
              <a:ext cx="132522" cy="77127"/>
            </a:xfrm>
            <a:prstGeom prst="line">
              <a:avLst/>
            </a:prstGeom>
          </p:spPr>
          <p:style>
            <a:lnRef idx="2">
              <a:schemeClr val="dk1"/>
            </a:lnRef>
            <a:fillRef idx="0">
              <a:schemeClr val="dk1"/>
            </a:fillRef>
            <a:effectRef idx="1">
              <a:schemeClr val="dk1"/>
            </a:effectRef>
            <a:fontRef idx="minor">
              <a:schemeClr val="tx1"/>
            </a:fontRef>
          </p:style>
        </p:cxnSp>
      </p:grpSp>
      <p:sp>
        <p:nvSpPr>
          <p:cNvPr id="46" name="TextBox 45">
            <a:extLst>
              <a:ext uri="{FF2B5EF4-FFF2-40B4-BE49-F238E27FC236}">
                <a16:creationId xmlns:a16="http://schemas.microsoft.com/office/drawing/2014/main" id="{F2016CA0-98B4-FAB9-B6F0-F80B6A7449E5}"/>
              </a:ext>
            </a:extLst>
          </p:cNvPr>
          <p:cNvSpPr txBox="1"/>
          <p:nvPr/>
        </p:nvSpPr>
        <p:spPr>
          <a:xfrm>
            <a:off x="4075651" y="4384204"/>
            <a:ext cx="1239871" cy="338554"/>
          </a:xfrm>
          <a:prstGeom prst="rect">
            <a:avLst/>
          </a:prstGeom>
          <a:noFill/>
        </p:spPr>
        <p:txBody>
          <a:bodyPr wrap="square" rtlCol="0">
            <a:spAutoFit/>
          </a:bodyPr>
          <a:lstStyle/>
          <a:p>
            <a:pPr algn="ctr"/>
            <a:r>
              <a:rPr lang="en-US" sz="800" dirty="0"/>
              <a:t>the product of [paid sale] is [product]</a:t>
            </a:r>
          </a:p>
        </p:txBody>
      </p:sp>
      <p:sp>
        <p:nvSpPr>
          <p:cNvPr id="47" name="TextBox 46">
            <a:extLst>
              <a:ext uri="{FF2B5EF4-FFF2-40B4-BE49-F238E27FC236}">
                <a16:creationId xmlns:a16="http://schemas.microsoft.com/office/drawing/2014/main" id="{124D52AD-1599-7239-0BB5-67B20F72F5F3}"/>
              </a:ext>
            </a:extLst>
          </p:cNvPr>
          <p:cNvSpPr txBox="1"/>
          <p:nvPr/>
        </p:nvSpPr>
        <p:spPr>
          <a:xfrm>
            <a:off x="4014435" y="5203863"/>
            <a:ext cx="1364973" cy="338554"/>
          </a:xfrm>
          <a:prstGeom prst="rect">
            <a:avLst/>
          </a:prstGeom>
          <a:noFill/>
        </p:spPr>
        <p:txBody>
          <a:bodyPr wrap="square" rtlCol="0">
            <a:spAutoFit/>
          </a:bodyPr>
          <a:lstStyle/>
          <a:p>
            <a:pPr algn="ctr"/>
            <a:r>
              <a:rPr lang="en-US" sz="800" dirty="0"/>
              <a:t>the product of [delivered sale] is [product]</a:t>
            </a:r>
          </a:p>
        </p:txBody>
      </p:sp>
      <p:grpSp>
        <p:nvGrpSpPr>
          <p:cNvPr id="48" name="Group 47">
            <a:extLst>
              <a:ext uri="{FF2B5EF4-FFF2-40B4-BE49-F238E27FC236}">
                <a16:creationId xmlns:a16="http://schemas.microsoft.com/office/drawing/2014/main" id="{07B08C34-CF9E-074D-FC10-5EA47DA481E6}"/>
              </a:ext>
            </a:extLst>
          </p:cNvPr>
          <p:cNvGrpSpPr/>
          <p:nvPr/>
        </p:nvGrpSpPr>
        <p:grpSpPr>
          <a:xfrm>
            <a:off x="2185560" y="3300970"/>
            <a:ext cx="3107376" cy="154254"/>
            <a:chOff x="6044303" y="2734961"/>
            <a:chExt cx="3107376" cy="154254"/>
          </a:xfrm>
        </p:grpSpPr>
        <p:cxnSp>
          <p:nvCxnSpPr>
            <p:cNvPr id="49" name="Straight Connector 48">
              <a:extLst>
                <a:ext uri="{FF2B5EF4-FFF2-40B4-BE49-F238E27FC236}">
                  <a16:creationId xmlns:a16="http://schemas.microsoft.com/office/drawing/2014/main" id="{2CF974E0-450E-9020-C57F-476D91D919EA}"/>
                </a:ext>
              </a:extLst>
            </p:cNvPr>
            <p:cNvCxnSpPr>
              <a:cxnSpLocks/>
            </p:cNvCxnSpPr>
            <p:nvPr/>
          </p:nvCxnSpPr>
          <p:spPr>
            <a:xfrm>
              <a:off x="6044303" y="2813677"/>
              <a:ext cx="3107376" cy="0"/>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a:extLst>
                <a:ext uri="{FF2B5EF4-FFF2-40B4-BE49-F238E27FC236}">
                  <a16:creationId xmlns:a16="http://schemas.microsoft.com/office/drawing/2014/main" id="{08AB5940-E5EE-5B36-ED97-6D79A5356E0C}"/>
                </a:ext>
              </a:extLst>
            </p:cNvPr>
            <p:cNvCxnSpPr/>
            <p:nvPr/>
          </p:nvCxnSpPr>
          <p:spPr>
            <a:xfrm>
              <a:off x="7416800" y="2734961"/>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27D4E8AC-1D81-811F-8BB5-AF691FC0C756}"/>
                </a:ext>
              </a:extLst>
            </p:cNvPr>
            <p:cNvCxnSpPr>
              <a:cxnSpLocks/>
            </p:cNvCxnSpPr>
            <p:nvPr/>
          </p:nvCxnSpPr>
          <p:spPr>
            <a:xfrm flipV="1">
              <a:off x="7416800" y="2812088"/>
              <a:ext cx="132522" cy="77127"/>
            </a:xfrm>
            <a:prstGeom prst="line">
              <a:avLst/>
            </a:prstGeom>
          </p:spPr>
          <p:style>
            <a:lnRef idx="2">
              <a:schemeClr val="dk1"/>
            </a:lnRef>
            <a:fillRef idx="0">
              <a:schemeClr val="dk1"/>
            </a:fillRef>
            <a:effectRef idx="1">
              <a:schemeClr val="dk1"/>
            </a:effectRef>
            <a:fontRef idx="minor">
              <a:schemeClr val="tx1"/>
            </a:fontRef>
          </p:style>
        </p:cxnSp>
      </p:grpSp>
      <p:sp>
        <p:nvSpPr>
          <p:cNvPr id="52" name="TextBox 51">
            <a:extLst>
              <a:ext uri="{FF2B5EF4-FFF2-40B4-BE49-F238E27FC236}">
                <a16:creationId xmlns:a16="http://schemas.microsoft.com/office/drawing/2014/main" id="{9E4F24DC-0437-946C-143F-98DCD81856AB}"/>
              </a:ext>
            </a:extLst>
          </p:cNvPr>
          <p:cNvSpPr txBox="1"/>
          <p:nvPr/>
        </p:nvSpPr>
        <p:spPr>
          <a:xfrm>
            <a:off x="2731583" y="3088629"/>
            <a:ext cx="1785470" cy="215444"/>
          </a:xfrm>
          <a:prstGeom prst="rect">
            <a:avLst/>
          </a:prstGeom>
          <a:noFill/>
        </p:spPr>
        <p:txBody>
          <a:bodyPr wrap="square" rtlCol="0">
            <a:spAutoFit/>
          </a:bodyPr>
          <a:lstStyle/>
          <a:p>
            <a:pPr algn="ctr"/>
            <a:r>
              <a:rPr lang="en-US" sz="800" dirty="0"/>
              <a:t>the product of [sale] is [product]</a:t>
            </a:r>
          </a:p>
        </p:txBody>
      </p:sp>
      <p:grpSp>
        <p:nvGrpSpPr>
          <p:cNvPr id="58" name="Group 57">
            <a:extLst>
              <a:ext uri="{FF2B5EF4-FFF2-40B4-BE49-F238E27FC236}">
                <a16:creationId xmlns:a16="http://schemas.microsoft.com/office/drawing/2014/main" id="{419694CA-257A-6E28-20E4-7271C0E7D43C}"/>
              </a:ext>
            </a:extLst>
          </p:cNvPr>
          <p:cNvGrpSpPr/>
          <p:nvPr/>
        </p:nvGrpSpPr>
        <p:grpSpPr>
          <a:xfrm>
            <a:off x="4065026" y="3847332"/>
            <a:ext cx="1239871" cy="154254"/>
            <a:chOff x="6875086" y="2734961"/>
            <a:chExt cx="1239871" cy="154254"/>
          </a:xfrm>
        </p:grpSpPr>
        <p:cxnSp>
          <p:nvCxnSpPr>
            <p:cNvPr id="59" name="Straight Connector 58">
              <a:extLst>
                <a:ext uri="{FF2B5EF4-FFF2-40B4-BE49-F238E27FC236}">
                  <a16:creationId xmlns:a16="http://schemas.microsoft.com/office/drawing/2014/main" id="{7894E5D5-3885-B22B-150C-6D09E70F8238}"/>
                </a:ext>
              </a:extLst>
            </p:cNvPr>
            <p:cNvCxnSpPr>
              <a:cxnSpLocks/>
            </p:cNvCxnSpPr>
            <p:nvPr/>
          </p:nvCxnSpPr>
          <p:spPr>
            <a:xfrm flipV="1">
              <a:off x="6875086" y="2812088"/>
              <a:ext cx="1239871" cy="1589"/>
            </a:xfrm>
            <a:prstGeom prst="line">
              <a:avLst/>
            </a:prstGeom>
          </p:spPr>
          <p:style>
            <a:lnRef idx="2">
              <a:schemeClr val="dk1"/>
            </a:lnRef>
            <a:fillRef idx="0">
              <a:schemeClr val="dk1"/>
            </a:fillRef>
            <a:effectRef idx="1">
              <a:schemeClr val="dk1"/>
            </a:effectRef>
            <a:fontRef idx="minor">
              <a:schemeClr val="tx1"/>
            </a:fontRef>
          </p:style>
        </p:cxnSp>
        <p:cxnSp>
          <p:nvCxnSpPr>
            <p:cNvPr id="60" name="Straight Connector 59">
              <a:extLst>
                <a:ext uri="{FF2B5EF4-FFF2-40B4-BE49-F238E27FC236}">
                  <a16:creationId xmlns:a16="http://schemas.microsoft.com/office/drawing/2014/main" id="{53964AE1-EC5D-B2E1-716A-DE50E3368E08}"/>
                </a:ext>
              </a:extLst>
            </p:cNvPr>
            <p:cNvCxnSpPr/>
            <p:nvPr/>
          </p:nvCxnSpPr>
          <p:spPr>
            <a:xfrm>
              <a:off x="7416800" y="2734961"/>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61" name="Straight Connector 60">
              <a:extLst>
                <a:ext uri="{FF2B5EF4-FFF2-40B4-BE49-F238E27FC236}">
                  <a16:creationId xmlns:a16="http://schemas.microsoft.com/office/drawing/2014/main" id="{853EC03C-E605-C5B6-4DB2-4D3ECAC1D63E}"/>
                </a:ext>
              </a:extLst>
            </p:cNvPr>
            <p:cNvCxnSpPr>
              <a:cxnSpLocks/>
            </p:cNvCxnSpPr>
            <p:nvPr/>
          </p:nvCxnSpPr>
          <p:spPr>
            <a:xfrm flipV="1">
              <a:off x="7416800" y="2812088"/>
              <a:ext cx="132522" cy="77127"/>
            </a:xfrm>
            <a:prstGeom prst="line">
              <a:avLst/>
            </a:prstGeom>
          </p:spPr>
          <p:style>
            <a:lnRef idx="2">
              <a:schemeClr val="dk1"/>
            </a:lnRef>
            <a:fillRef idx="0">
              <a:schemeClr val="dk1"/>
            </a:fillRef>
            <a:effectRef idx="1">
              <a:schemeClr val="dk1"/>
            </a:effectRef>
            <a:fontRef idx="minor">
              <a:schemeClr val="tx1"/>
            </a:fontRef>
          </p:style>
        </p:cxnSp>
      </p:grpSp>
      <p:sp>
        <p:nvSpPr>
          <p:cNvPr id="90" name="Rectangle: Rounded Corners 89">
            <a:extLst>
              <a:ext uri="{FF2B5EF4-FFF2-40B4-BE49-F238E27FC236}">
                <a16:creationId xmlns:a16="http://schemas.microsoft.com/office/drawing/2014/main" id="{5E4AB3EB-8C66-D26C-4A58-E59DE9AB11BF}"/>
              </a:ext>
            </a:extLst>
          </p:cNvPr>
          <p:cNvSpPr/>
          <p:nvPr/>
        </p:nvSpPr>
        <p:spPr>
          <a:xfrm>
            <a:off x="9995815" y="3116670"/>
            <a:ext cx="1760434" cy="2884206"/>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6AA4317C-C474-1950-D252-538476E9F8D5}"/>
              </a:ext>
            </a:extLst>
          </p:cNvPr>
          <p:cNvSpPr txBox="1"/>
          <p:nvPr/>
        </p:nvSpPr>
        <p:spPr>
          <a:xfrm>
            <a:off x="10036419" y="3196351"/>
            <a:ext cx="1719830" cy="338554"/>
          </a:xfrm>
          <a:prstGeom prst="rect">
            <a:avLst/>
          </a:prstGeom>
          <a:noFill/>
        </p:spPr>
        <p:txBody>
          <a:bodyPr wrap="none" rtlCol="0">
            <a:spAutoFit/>
          </a:bodyPr>
          <a:lstStyle/>
          <a:p>
            <a:r>
              <a:rPr lang="en-US" sz="1600" dirty="0"/>
              <a:t>USUFRUCT CASE</a:t>
            </a:r>
          </a:p>
        </p:txBody>
      </p:sp>
      <p:cxnSp>
        <p:nvCxnSpPr>
          <p:cNvPr id="92" name="Straight Connector 91">
            <a:extLst>
              <a:ext uri="{FF2B5EF4-FFF2-40B4-BE49-F238E27FC236}">
                <a16:creationId xmlns:a16="http://schemas.microsoft.com/office/drawing/2014/main" id="{BAE0CF8E-E8C4-65AD-00CA-711095C0AB56}"/>
              </a:ext>
            </a:extLst>
          </p:cNvPr>
          <p:cNvCxnSpPr>
            <a:cxnSpLocks/>
            <a:stCxn id="95" idx="2"/>
          </p:cNvCxnSpPr>
          <p:nvPr/>
        </p:nvCxnSpPr>
        <p:spPr>
          <a:xfrm>
            <a:off x="10841721" y="2641759"/>
            <a:ext cx="0" cy="472730"/>
          </a:xfrm>
          <a:prstGeom prst="line">
            <a:avLst/>
          </a:prstGeom>
        </p:spPr>
        <p:style>
          <a:lnRef idx="2">
            <a:schemeClr val="dk1"/>
          </a:lnRef>
          <a:fillRef idx="0">
            <a:schemeClr val="dk1"/>
          </a:fillRef>
          <a:effectRef idx="1">
            <a:schemeClr val="dk1"/>
          </a:effectRef>
          <a:fontRef idx="minor">
            <a:schemeClr val="tx1"/>
          </a:fontRef>
        </p:style>
      </p:cxnSp>
      <p:grpSp>
        <p:nvGrpSpPr>
          <p:cNvPr id="93" name="Group 92">
            <a:extLst>
              <a:ext uri="{FF2B5EF4-FFF2-40B4-BE49-F238E27FC236}">
                <a16:creationId xmlns:a16="http://schemas.microsoft.com/office/drawing/2014/main" id="{8B47332B-C107-231C-4B79-3E09979D79C0}"/>
              </a:ext>
            </a:extLst>
          </p:cNvPr>
          <p:cNvGrpSpPr/>
          <p:nvPr/>
        </p:nvGrpSpPr>
        <p:grpSpPr>
          <a:xfrm>
            <a:off x="10714923" y="2395538"/>
            <a:ext cx="253596" cy="246221"/>
            <a:chOff x="3218881" y="1391632"/>
            <a:chExt cx="253596" cy="246221"/>
          </a:xfrm>
        </p:grpSpPr>
        <p:sp>
          <p:nvSpPr>
            <p:cNvPr id="94" name="Rectangle 93">
              <a:extLst>
                <a:ext uri="{FF2B5EF4-FFF2-40B4-BE49-F238E27FC236}">
                  <a16:creationId xmlns:a16="http://schemas.microsoft.com/office/drawing/2014/main" id="{4D3433E3-C09C-4DAE-F9F0-FD2F962BC27E}"/>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02C7DAF3-B615-2D9A-85BA-4C5B8D855FC0}"/>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5</a:t>
              </a:r>
            </a:p>
          </p:txBody>
        </p:sp>
      </p:grpSp>
      <p:sp>
        <p:nvSpPr>
          <p:cNvPr id="96" name="TextBox 95">
            <a:extLst>
              <a:ext uri="{FF2B5EF4-FFF2-40B4-BE49-F238E27FC236}">
                <a16:creationId xmlns:a16="http://schemas.microsoft.com/office/drawing/2014/main" id="{86F87C11-2544-8F5D-CE78-9D81757598B0}"/>
              </a:ext>
            </a:extLst>
          </p:cNvPr>
          <p:cNvSpPr txBox="1"/>
          <p:nvPr/>
        </p:nvSpPr>
        <p:spPr>
          <a:xfrm>
            <a:off x="10068913" y="2124378"/>
            <a:ext cx="1531188" cy="246221"/>
          </a:xfrm>
          <a:prstGeom prst="rect">
            <a:avLst/>
          </a:prstGeom>
          <a:noFill/>
        </p:spPr>
        <p:txBody>
          <a:bodyPr wrap="none" rtlCol="0">
            <a:spAutoFit/>
          </a:bodyPr>
          <a:lstStyle/>
          <a:p>
            <a:r>
              <a:rPr lang="en-US" sz="1000" dirty="0"/>
              <a:t>[purchase] is completed</a:t>
            </a:r>
          </a:p>
        </p:txBody>
      </p:sp>
      <p:sp>
        <p:nvSpPr>
          <p:cNvPr id="97" name="Rectangle: Rounded Corners 96">
            <a:extLst>
              <a:ext uri="{FF2B5EF4-FFF2-40B4-BE49-F238E27FC236}">
                <a16:creationId xmlns:a16="http://schemas.microsoft.com/office/drawing/2014/main" id="{A7512438-C37F-69F5-9C37-80549C94DAF0}"/>
              </a:ext>
            </a:extLst>
          </p:cNvPr>
          <p:cNvSpPr/>
          <p:nvPr/>
        </p:nvSpPr>
        <p:spPr>
          <a:xfrm>
            <a:off x="8109540" y="5232366"/>
            <a:ext cx="1760434" cy="771763"/>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0" name="Straight Connector 99">
            <a:extLst>
              <a:ext uri="{FF2B5EF4-FFF2-40B4-BE49-F238E27FC236}">
                <a16:creationId xmlns:a16="http://schemas.microsoft.com/office/drawing/2014/main" id="{F0C53525-AEC7-A572-9329-72681C2E4CAE}"/>
              </a:ext>
            </a:extLst>
          </p:cNvPr>
          <p:cNvCxnSpPr>
            <a:cxnSpLocks/>
          </p:cNvCxnSpPr>
          <p:nvPr/>
        </p:nvCxnSpPr>
        <p:spPr>
          <a:xfrm flipH="1" flipV="1">
            <a:off x="9121333" y="5680590"/>
            <a:ext cx="872451" cy="1"/>
          </a:xfrm>
          <a:prstGeom prst="line">
            <a:avLst/>
          </a:prstGeom>
        </p:spPr>
        <p:style>
          <a:lnRef idx="2">
            <a:schemeClr val="dk1"/>
          </a:lnRef>
          <a:fillRef idx="0">
            <a:schemeClr val="dk1"/>
          </a:fillRef>
          <a:effectRef idx="1">
            <a:schemeClr val="dk1"/>
          </a:effectRef>
          <a:fontRef idx="minor">
            <a:schemeClr val="tx1"/>
          </a:fontRef>
        </p:style>
      </p:cxnSp>
      <p:grpSp>
        <p:nvGrpSpPr>
          <p:cNvPr id="101" name="Group 100">
            <a:extLst>
              <a:ext uri="{FF2B5EF4-FFF2-40B4-BE49-F238E27FC236}">
                <a16:creationId xmlns:a16="http://schemas.microsoft.com/office/drawing/2014/main" id="{433B3F68-97F7-2A0D-8304-9542B32E1BF1}"/>
              </a:ext>
            </a:extLst>
          </p:cNvPr>
          <p:cNvGrpSpPr/>
          <p:nvPr/>
        </p:nvGrpSpPr>
        <p:grpSpPr>
          <a:xfrm>
            <a:off x="8862959" y="5563056"/>
            <a:ext cx="253596" cy="246221"/>
            <a:chOff x="3218881" y="1391632"/>
            <a:chExt cx="253596" cy="246221"/>
          </a:xfrm>
        </p:grpSpPr>
        <p:sp>
          <p:nvSpPr>
            <p:cNvPr id="102" name="Rectangle 101">
              <a:extLst>
                <a:ext uri="{FF2B5EF4-FFF2-40B4-BE49-F238E27FC236}">
                  <a16:creationId xmlns:a16="http://schemas.microsoft.com/office/drawing/2014/main" id="{F45CFD5F-0D17-DA4A-CA28-E967FDBC8C01}"/>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FA9923EC-3357-E517-DE0B-5AAFC91A6930}"/>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4</a:t>
              </a:r>
            </a:p>
          </p:txBody>
        </p:sp>
      </p:grpSp>
      <p:sp>
        <p:nvSpPr>
          <p:cNvPr id="107" name="TextBox 106">
            <a:extLst>
              <a:ext uri="{FF2B5EF4-FFF2-40B4-BE49-F238E27FC236}">
                <a16:creationId xmlns:a16="http://schemas.microsoft.com/office/drawing/2014/main" id="{C25D5379-E375-FC19-87AA-476683FD6573}"/>
              </a:ext>
            </a:extLst>
          </p:cNvPr>
          <p:cNvSpPr txBox="1"/>
          <p:nvPr/>
        </p:nvSpPr>
        <p:spPr>
          <a:xfrm>
            <a:off x="8135618" y="5784215"/>
            <a:ext cx="1760418" cy="246221"/>
          </a:xfrm>
          <a:prstGeom prst="rect">
            <a:avLst/>
          </a:prstGeom>
          <a:noFill/>
        </p:spPr>
        <p:txBody>
          <a:bodyPr wrap="none" rtlCol="0">
            <a:spAutoFit/>
          </a:bodyPr>
          <a:lstStyle/>
          <a:p>
            <a:r>
              <a:rPr lang="en-US" sz="1000" dirty="0"/>
              <a:t>[usufruct case] is concluded</a:t>
            </a:r>
          </a:p>
        </p:txBody>
      </p:sp>
      <p:sp>
        <p:nvSpPr>
          <p:cNvPr id="109" name="TextBox 108">
            <a:extLst>
              <a:ext uri="{FF2B5EF4-FFF2-40B4-BE49-F238E27FC236}">
                <a16:creationId xmlns:a16="http://schemas.microsoft.com/office/drawing/2014/main" id="{03283A8D-7024-5E99-B10F-70268EC3F581}"/>
              </a:ext>
            </a:extLst>
          </p:cNvPr>
          <p:cNvSpPr txBox="1"/>
          <p:nvPr/>
        </p:nvSpPr>
        <p:spPr>
          <a:xfrm>
            <a:off x="8057416" y="5194946"/>
            <a:ext cx="1864681" cy="430887"/>
          </a:xfrm>
          <a:prstGeom prst="rect">
            <a:avLst/>
          </a:prstGeom>
          <a:noFill/>
        </p:spPr>
        <p:txBody>
          <a:bodyPr wrap="square">
            <a:spAutoFit/>
          </a:bodyPr>
          <a:lstStyle/>
          <a:p>
            <a:pPr algn="ctr"/>
            <a:r>
              <a:rPr lang="en-US" sz="1100" dirty="0"/>
              <a:t>CONCLUDED USUFRUCT CASE</a:t>
            </a:r>
          </a:p>
        </p:txBody>
      </p:sp>
      <p:sp>
        <p:nvSpPr>
          <p:cNvPr id="112" name="Rectangle: Rounded Corners 111">
            <a:extLst>
              <a:ext uri="{FF2B5EF4-FFF2-40B4-BE49-F238E27FC236}">
                <a16:creationId xmlns:a16="http://schemas.microsoft.com/office/drawing/2014/main" id="{DB7B3569-2F02-7EBB-E392-1325811CB5EF}"/>
              </a:ext>
            </a:extLst>
          </p:cNvPr>
          <p:cNvSpPr/>
          <p:nvPr/>
        </p:nvSpPr>
        <p:spPr>
          <a:xfrm>
            <a:off x="5296728" y="1758965"/>
            <a:ext cx="1760434" cy="917818"/>
          </a:xfrm>
          <a:prstGeom prst="roundRect">
            <a:avLst>
              <a:gd name="adj" fmla="val 6958"/>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TextBox 113">
            <a:extLst>
              <a:ext uri="{FF2B5EF4-FFF2-40B4-BE49-F238E27FC236}">
                <a16:creationId xmlns:a16="http://schemas.microsoft.com/office/drawing/2014/main" id="{C13FF25B-DAA7-02E4-7379-0107655C1A0E}"/>
              </a:ext>
            </a:extLst>
          </p:cNvPr>
          <p:cNvSpPr txBox="1"/>
          <p:nvPr/>
        </p:nvSpPr>
        <p:spPr>
          <a:xfrm>
            <a:off x="5371239" y="1777138"/>
            <a:ext cx="1576072" cy="338554"/>
          </a:xfrm>
          <a:prstGeom prst="rect">
            <a:avLst/>
          </a:prstGeom>
          <a:noFill/>
        </p:spPr>
        <p:txBody>
          <a:bodyPr wrap="none" rtlCol="0">
            <a:spAutoFit/>
          </a:bodyPr>
          <a:lstStyle/>
          <a:p>
            <a:r>
              <a:rPr lang="en-US" sz="1600" dirty="0"/>
              <a:t>PRODUCT TYPE</a:t>
            </a:r>
          </a:p>
        </p:txBody>
      </p:sp>
      <p:cxnSp>
        <p:nvCxnSpPr>
          <p:cNvPr id="116" name="Straight Connector 115">
            <a:extLst>
              <a:ext uri="{FF2B5EF4-FFF2-40B4-BE49-F238E27FC236}">
                <a16:creationId xmlns:a16="http://schemas.microsoft.com/office/drawing/2014/main" id="{E01138A6-7F7F-3B31-F1D2-62236B0DF3A1}"/>
              </a:ext>
            </a:extLst>
          </p:cNvPr>
          <p:cNvCxnSpPr>
            <a:cxnSpLocks/>
            <a:stCxn id="36" idx="0"/>
            <a:endCxn id="112" idx="2"/>
          </p:cNvCxnSpPr>
          <p:nvPr/>
        </p:nvCxnSpPr>
        <p:spPr>
          <a:xfrm flipV="1">
            <a:off x="6171988" y="2676783"/>
            <a:ext cx="4957" cy="439887"/>
          </a:xfrm>
          <a:prstGeom prst="line">
            <a:avLst/>
          </a:prstGeom>
        </p:spPr>
        <p:style>
          <a:lnRef idx="2">
            <a:schemeClr val="dk1"/>
          </a:lnRef>
          <a:fillRef idx="0">
            <a:schemeClr val="dk1"/>
          </a:fillRef>
          <a:effectRef idx="1">
            <a:schemeClr val="dk1"/>
          </a:effectRef>
          <a:fontRef idx="minor">
            <a:schemeClr val="tx1"/>
          </a:fontRef>
        </p:style>
      </p:cxnSp>
      <p:cxnSp>
        <p:nvCxnSpPr>
          <p:cNvPr id="117" name="Straight Connector 116">
            <a:extLst>
              <a:ext uri="{FF2B5EF4-FFF2-40B4-BE49-F238E27FC236}">
                <a16:creationId xmlns:a16="http://schemas.microsoft.com/office/drawing/2014/main" id="{3E14057C-DAAC-1528-4E2A-261C7E5F9C67}"/>
              </a:ext>
            </a:extLst>
          </p:cNvPr>
          <p:cNvCxnSpPr/>
          <p:nvPr/>
        </p:nvCxnSpPr>
        <p:spPr>
          <a:xfrm rot="16200000">
            <a:off x="6068303" y="2857148"/>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118" name="Straight Connector 117">
            <a:extLst>
              <a:ext uri="{FF2B5EF4-FFF2-40B4-BE49-F238E27FC236}">
                <a16:creationId xmlns:a16="http://schemas.microsoft.com/office/drawing/2014/main" id="{23DFBCA0-72B7-62A5-B230-D34D5DAD7FF4}"/>
              </a:ext>
            </a:extLst>
          </p:cNvPr>
          <p:cNvCxnSpPr>
            <a:cxnSpLocks/>
          </p:cNvCxnSpPr>
          <p:nvPr/>
        </p:nvCxnSpPr>
        <p:spPr>
          <a:xfrm rot="16200000" flipV="1">
            <a:off x="6145430" y="2857148"/>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127" name="Straight Connector 126">
            <a:extLst>
              <a:ext uri="{FF2B5EF4-FFF2-40B4-BE49-F238E27FC236}">
                <a16:creationId xmlns:a16="http://schemas.microsoft.com/office/drawing/2014/main" id="{3E03353B-811C-00E9-15B2-54107024AFEA}"/>
              </a:ext>
            </a:extLst>
          </p:cNvPr>
          <p:cNvCxnSpPr>
            <a:cxnSpLocks/>
            <a:stCxn id="90" idx="1"/>
          </p:cNvCxnSpPr>
          <p:nvPr/>
        </p:nvCxnSpPr>
        <p:spPr>
          <a:xfrm flipH="1">
            <a:off x="8998504" y="4558773"/>
            <a:ext cx="997311" cy="2735"/>
          </a:xfrm>
          <a:prstGeom prst="line">
            <a:avLst/>
          </a:prstGeom>
        </p:spPr>
        <p:style>
          <a:lnRef idx="2">
            <a:schemeClr val="dk1"/>
          </a:lnRef>
          <a:fillRef idx="0">
            <a:schemeClr val="dk1"/>
          </a:fillRef>
          <a:effectRef idx="1">
            <a:schemeClr val="dk1"/>
          </a:effectRef>
          <a:fontRef idx="minor">
            <a:schemeClr val="tx1"/>
          </a:fontRef>
        </p:style>
      </p:cxnSp>
      <p:cxnSp>
        <p:nvCxnSpPr>
          <p:cNvPr id="128" name="Straight Connector 127">
            <a:extLst>
              <a:ext uri="{FF2B5EF4-FFF2-40B4-BE49-F238E27FC236}">
                <a16:creationId xmlns:a16="http://schemas.microsoft.com/office/drawing/2014/main" id="{4EF23EC4-03BA-4C80-82A0-A5E7F83D4861}"/>
              </a:ext>
            </a:extLst>
          </p:cNvPr>
          <p:cNvCxnSpPr/>
          <p:nvPr/>
        </p:nvCxnSpPr>
        <p:spPr>
          <a:xfrm flipH="1">
            <a:off x="9462331" y="4488844"/>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6B3262F3-9441-4B1C-2A4E-8B3DFBE3005A}"/>
              </a:ext>
            </a:extLst>
          </p:cNvPr>
          <p:cNvCxnSpPr>
            <a:cxnSpLocks/>
          </p:cNvCxnSpPr>
          <p:nvPr/>
        </p:nvCxnSpPr>
        <p:spPr>
          <a:xfrm flipH="1" flipV="1">
            <a:off x="9462331" y="4565971"/>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131" name="Straight Connector 130">
            <a:extLst>
              <a:ext uri="{FF2B5EF4-FFF2-40B4-BE49-F238E27FC236}">
                <a16:creationId xmlns:a16="http://schemas.microsoft.com/office/drawing/2014/main" id="{38E3FF12-B827-3F8C-C0AE-1A61C9B4E848}"/>
              </a:ext>
            </a:extLst>
          </p:cNvPr>
          <p:cNvCxnSpPr>
            <a:cxnSpLocks/>
            <a:stCxn id="97" idx="1"/>
          </p:cNvCxnSpPr>
          <p:nvPr/>
        </p:nvCxnSpPr>
        <p:spPr>
          <a:xfrm flipH="1" flipV="1">
            <a:off x="7057981" y="5614678"/>
            <a:ext cx="1051559" cy="3570"/>
          </a:xfrm>
          <a:prstGeom prst="line">
            <a:avLst/>
          </a:prstGeom>
        </p:spPr>
        <p:style>
          <a:lnRef idx="2">
            <a:schemeClr val="dk1"/>
          </a:lnRef>
          <a:fillRef idx="0">
            <a:schemeClr val="dk1"/>
          </a:fillRef>
          <a:effectRef idx="1">
            <a:schemeClr val="dk1"/>
          </a:effectRef>
          <a:fontRef idx="minor">
            <a:schemeClr val="tx1"/>
          </a:fontRef>
        </p:style>
      </p:cxnSp>
      <p:cxnSp>
        <p:nvCxnSpPr>
          <p:cNvPr id="132" name="Straight Connector 131">
            <a:extLst>
              <a:ext uri="{FF2B5EF4-FFF2-40B4-BE49-F238E27FC236}">
                <a16:creationId xmlns:a16="http://schemas.microsoft.com/office/drawing/2014/main" id="{C21715E3-52BE-874F-10C1-54FDDA2F4DD6}"/>
              </a:ext>
            </a:extLst>
          </p:cNvPr>
          <p:cNvCxnSpPr/>
          <p:nvPr/>
        </p:nvCxnSpPr>
        <p:spPr>
          <a:xfrm flipH="1">
            <a:off x="7523569" y="5536257"/>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04E3E385-94DB-2EE8-0B2E-CA75E049E044}"/>
              </a:ext>
            </a:extLst>
          </p:cNvPr>
          <p:cNvCxnSpPr>
            <a:cxnSpLocks/>
          </p:cNvCxnSpPr>
          <p:nvPr/>
        </p:nvCxnSpPr>
        <p:spPr>
          <a:xfrm flipH="1" flipV="1">
            <a:off x="7523569" y="5613384"/>
            <a:ext cx="132522" cy="77127"/>
          </a:xfrm>
          <a:prstGeom prst="line">
            <a:avLst/>
          </a:prstGeom>
        </p:spPr>
        <p:style>
          <a:lnRef idx="2">
            <a:schemeClr val="dk1"/>
          </a:lnRef>
          <a:fillRef idx="0">
            <a:schemeClr val="dk1"/>
          </a:fillRef>
          <a:effectRef idx="1">
            <a:schemeClr val="dk1"/>
          </a:effectRef>
          <a:fontRef idx="minor">
            <a:schemeClr val="tx1"/>
          </a:fontRef>
        </p:style>
      </p:cxnSp>
      <p:sp>
        <p:nvSpPr>
          <p:cNvPr id="138" name="TextBox 137">
            <a:extLst>
              <a:ext uri="{FF2B5EF4-FFF2-40B4-BE49-F238E27FC236}">
                <a16:creationId xmlns:a16="http://schemas.microsoft.com/office/drawing/2014/main" id="{25FADDA7-F77B-88A1-4888-1BF3CD28ABE2}"/>
              </a:ext>
            </a:extLst>
          </p:cNvPr>
          <p:cNvSpPr txBox="1"/>
          <p:nvPr/>
        </p:nvSpPr>
        <p:spPr>
          <a:xfrm>
            <a:off x="8877223" y="4585237"/>
            <a:ext cx="1239871" cy="461665"/>
          </a:xfrm>
          <a:prstGeom prst="rect">
            <a:avLst/>
          </a:prstGeom>
          <a:noFill/>
        </p:spPr>
        <p:txBody>
          <a:bodyPr wrap="square" rtlCol="0">
            <a:spAutoFit/>
          </a:bodyPr>
          <a:lstStyle/>
          <a:p>
            <a:pPr algn="ctr"/>
            <a:r>
              <a:rPr lang="en-US" sz="800" dirty="0"/>
              <a:t>the use agreement of [usufruct case] is [use agreement]</a:t>
            </a:r>
          </a:p>
        </p:txBody>
      </p:sp>
      <p:sp>
        <p:nvSpPr>
          <p:cNvPr id="140" name="TextBox 139">
            <a:extLst>
              <a:ext uri="{FF2B5EF4-FFF2-40B4-BE49-F238E27FC236}">
                <a16:creationId xmlns:a16="http://schemas.microsoft.com/office/drawing/2014/main" id="{5C161016-FAFE-FD17-F7B2-8B68EB739A65}"/>
              </a:ext>
            </a:extLst>
          </p:cNvPr>
          <p:cNvSpPr txBox="1"/>
          <p:nvPr/>
        </p:nvSpPr>
        <p:spPr>
          <a:xfrm>
            <a:off x="7019231" y="5101437"/>
            <a:ext cx="1138879" cy="463573"/>
          </a:xfrm>
          <a:prstGeom prst="rect">
            <a:avLst/>
          </a:prstGeom>
          <a:noFill/>
        </p:spPr>
        <p:txBody>
          <a:bodyPr wrap="square" rtlCol="0">
            <a:spAutoFit/>
          </a:bodyPr>
          <a:lstStyle/>
          <a:p>
            <a:pPr algn="ctr"/>
            <a:r>
              <a:rPr lang="en-US" sz="800" dirty="0"/>
              <a:t>the product of [concluded usufruct] is [product]</a:t>
            </a:r>
          </a:p>
        </p:txBody>
      </p:sp>
      <p:sp>
        <p:nvSpPr>
          <p:cNvPr id="142" name="Rectangle 141">
            <a:extLst>
              <a:ext uri="{FF2B5EF4-FFF2-40B4-BE49-F238E27FC236}">
                <a16:creationId xmlns:a16="http://schemas.microsoft.com/office/drawing/2014/main" id="{D6A84AAB-EDAB-6DB6-1E5B-C2A5041B550D}"/>
              </a:ext>
            </a:extLst>
          </p:cNvPr>
          <p:cNvSpPr/>
          <p:nvPr/>
        </p:nvSpPr>
        <p:spPr>
          <a:xfrm>
            <a:off x="2314676" y="3543431"/>
            <a:ext cx="1750349" cy="754315"/>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5018AB3A-8737-AFE1-959E-04FB9EAAFF49}"/>
              </a:ext>
            </a:extLst>
          </p:cNvPr>
          <p:cNvSpPr/>
          <p:nvPr/>
        </p:nvSpPr>
        <p:spPr>
          <a:xfrm>
            <a:off x="2310971" y="4374462"/>
            <a:ext cx="1750349" cy="786971"/>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3D1D04B0-FE60-4233-86AD-F8D9FAE9FD92}"/>
              </a:ext>
            </a:extLst>
          </p:cNvPr>
          <p:cNvSpPr/>
          <p:nvPr/>
        </p:nvSpPr>
        <p:spPr>
          <a:xfrm>
            <a:off x="8109540" y="5221211"/>
            <a:ext cx="1764139" cy="786971"/>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559C0CF1-F104-B62E-15D8-9CE056362B94}"/>
              </a:ext>
            </a:extLst>
          </p:cNvPr>
          <p:cNvSpPr/>
          <p:nvPr/>
        </p:nvSpPr>
        <p:spPr>
          <a:xfrm>
            <a:off x="8118287" y="3105581"/>
            <a:ext cx="1760434" cy="940515"/>
          </a:xfrm>
          <a:prstGeom prst="roundRect">
            <a:avLst>
              <a:gd name="adj" fmla="val 69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207F9B6-80A8-997B-8B0C-31A8327A80D2}"/>
              </a:ext>
            </a:extLst>
          </p:cNvPr>
          <p:cNvSpPr txBox="1"/>
          <p:nvPr/>
        </p:nvSpPr>
        <p:spPr>
          <a:xfrm>
            <a:off x="8066137" y="3123976"/>
            <a:ext cx="1847237" cy="338554"/>
          </a:xfrm>
          <a:prstGeom prst="rect">
            <a:avLst/>
          </a:prstGeom>
          <a:noFill/>
        </p:spPr>
        <p:txBody>
          <a:bodyPr wrap="square">
            <a:spAutoFit/>
          </a:bodyPr>
          <a:lstStyle/>
          <a:p>
            <a:pPr algn="ctr"/>
            <a:r>
              <a:rPr lang="en-US" sz="1600" dirty="0"/>
              <a:t>USE AGREEMENT</a:t>
            </a:r>
            <a:endParaRPr lang="en-US" dirty="0"/>
          </a:p>
        </p:txBody>
      </p:sp>
      <p:cxnSp>
        <p:nvCxnSpPr>
          <p:cNvPr id="38" name="Straight Connector 37">
            <a:extLst>
              <a:ext uri="{FF2B5EF4-FFF2-40B4-BE49-F238E27FC236}">
                <a16:creationId xmlns:a16="http://schemas.microsoft.com/office/drawing/2014/main" id="{F50EE08F-FB28-844D-27E6-AFCAC9DFCE5B}"/>
              </a:ext>
            </a:extLst>
          </p:cNvPr>
          <p:cNvCxnSpPr>
            <a:cxnSpLocks/>
            <a:stCxn id="55" idx="2"/>
          </p:cNvCxnSpPr>
          <p:nvPr/>
        </p:nvCxnSpPr>
        <p:spPr>
          <a:xfrm>
            <a:off x="8990740" y="2627336"/>
            <a:ext cx="0" cy="472730"/>
          </a:xfrm>
          <a:prstGeom prst="line">
            <a:avLst/>
          </a:prstGeom>
        </p:spPr>
        <p:style>
          <a:lnRef idx="2">
            <a:schemeClr val="dk1"/>
          </a:lnRef>
          <a:fillRef idx="0">
            <a:schemeClr val="dk1"/>
          </a:fillRef>
          <a:effectRef idx="1">
            <a:schemeClr val="dk1"/>
          </a:effectRef>
          <a:fontRef idx="minor">
            <a:schemeClr val="tx1"/>
          </a:fontRef>
        </p:style>
      </p:cxnSp>
      <p:grpSp>
        <p:nvGrpSpPr>
          <p:cNvPr id="53" name="Group 52">
            <a:extLst>
              <a:ext uri="{FF2B5EF4-FFF2-40B4-BE49-F238E27FC236}">
                <a16:creationId xmlns:a16="http://schemas.microsoft.com/office/drawing/2014/main" id="{E1F4CD25-3EFF-A4E6-4C41-65AFE66A92D1}"/>
              </a:ext>
            </a:extLst>
          </p:cNvPr>
          <p:cNvGrpSpPr/>
          <p:nvPr/>
        </p:nvGrpSpPr>
        <p:grpSpPr>
          <a:xfrm>
            <a:off x="8863942" y="2381115"/>
            <a:ext cx="253596" cy="246221"/>
            <a:chOff x="3218881" y="1391632"/>
            <a:chExt cx="253596" cy="246221"/>
          </a:xfrm>
        </p:grpSpPr>
        <p:sp>
          <p:nvSpPr>
            <p:cNvPr id="54" name="Rectangle 53">
              <a:extLst>
                <a:ext uri="{FF2B5EF4-FFF2-40B4-BE49-F238E27FC236}">
                  <a16:creationId xmlns:a16="http://schemas.microsoft.com/office/drawing/2014/main" id="{233D8648-B6DA-A568-4FDA-EE8AF1770011}"/>
                </a:ext>
              </a:extLst>
            </p:cNvPr>
            <p:cNvSpPr/>
            <p:nvPr/>
          </p:nvSpPr>
          <p:spPr>
            <a:xfrm rot="2700000">
              <a:off x="3240993" y="1410057"/>
              <a:ext cx="209372" cy="2093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29B5EC11-E112-FA26-4422-A6B77AA1184B}"/>
                </a:ext>
              </a:extLst>
            </p:cNvPr>
            <p:cNvSpPr txBox="1"/>
            <p:nvPr/>
          </p:nvSpPr>
          <p:spPr>
            <a:xfrm>
              <a:off x="3218881" y="1391632"/>
              <a:ext cx="253596" cy="246221"/>
            </a:xfrm>
            <a:prstGeom prst="rect">
              <a:avLst/>
            </a:prstGeom>
            <a:noFill/>
          </p:spPr>
          <p:txBody>
            <a:bodyPr wrap="none" rtlCol="0">
              <a:spAutoFit/>
            </a:bodyPr>
            <a:lstStyle/>
            <a:p>
              <a:r>
                <a:rPr lang="en-US" sz="1000" dirty="0">
                  <a:solidFill>
                    <a:schemeClr val="bg1"/>
                  </a:solidFill>
                </a:rPr>
                <a:t>5</a:t>
              </a:r>
            </a:p>
          </p:txBody>
        </p:sp>
      </p:grpSp>
      <p:sp>
        <p:nvSpPr>
          <p:cNvPr id="56" name="TextBox 55">
            <a:extLst>
              <a:ext uri="{FF2B5EF4-FFF2-40B4-BE49-F238E27FC236}">
                <a16:creationId xmlns:a16="http://schemas.microsoft.com/office/drawing/2014/main" id="{AF850090-5C6F-7205-A727-C5D84F2EC2BD}"/>
              </a:ext>
            </a:extLst>
          </p:cNvPr>
          <p:cNvSpPr txBox="1"/>
          <p:nvPr/>
        </p:nvSpPr>
        <p:spPr>
          <a:xfrm>
            <a:off x="8154430" y="2110107"/>
            <a:ext cx="1670650" cy="246221"/>
          </a:xfrm>
          <a:prstGeom prst="rect">
            <a:avLst/>
          </a:prstGeom>
          <a:noFill/>
        </p:spPr>
        <p:txBody>
          <a:bodyPr wrap="none" rtlCol="0">
            <a:spAutoFit/>
          </a:bodyPr>
          <a:lstStyle/>
          <a:p>
            <a:r>
              <a:rPr lang="en-US" sz="1000" dirty="0"/>
              <a:t>[use agreement] is started</a:t>
            </a:r>
          </a:p>
        </p:txBody>
      </p:sp>
      <p:cxnSp>
        <p:nvCxnSpPr>
          <p:cNvPr id="64" name="Straight Connector 63">
            <a:extLst>
              <a:ext uri="{FF2B5EF4-FFF2-40B4-BE49-F238E27FC236}">
                <a16:creationId xmlns:a16="http://schemas.microsoft.com/office/drawing/2014/main" id="{795F76CE-35D9-1471-D8BC-9530291BAA66}"/>
              </a:ext>
            </a:extLst>
          </p:cNvPr>
          <p:cNvCxnSpPr>
            <a:cxnSpLocks/>
            <a:endCxn id="3" idx="2"/>
          </p:cNvCxnSpPr>
          <p:nvPr/>
        </p:nvCxnSpPr>
        <p:spPr>
          <a:xfrm flipV="1">
            <a:off x="8998504" y="4046096"/>
            <a:ext cx="0" cy="512677"/>
          </a:xfrm>
          <a:prstGeom prst="line">
            <a:avLst/>
          </a:prstGeom>
        </p:spPr>
        <p:style>
          <a:lnRef idx="2">
            <a:schemeClr val="dk1"/>
          </a:lnRef>
          <a:fillRef idx="0">
            <a:schemeClr val="dk1"/>
          </a:fillRef>
          <a:effectRef idx="1">
            <a:schemeClr val="dk1"/>
          </a:effectRef>
          <a:fontRef idx="minor">
            <a:schemeClr val="tx1"/>
          </a:fontRef>
        </p:style>
      </p:cxnSp>
      <p:sp>
        <p:nvSpPr>
          <p:cNvPr id="148" name="Rectangle 147">
            <a:extLst>
              <a:ext uri="{FF2B5EF4-FFF2-40B4-BE49-F238E27FC236}">
                <a16:creationId xmlns:a16="http://schemas.microsoft.com/office/drawing/2014/main" id="{D5F5309B-4A21-629F-889A-3C04141679D3}"/>
              </a:ext>
            </a:extLst>
          </p:cNvPr>
          <p:cNvSpPr/>
          <p:nvPr/>
        </p:nvSpPr>
        <p:spPr>
          <a:xfrm>
            <a:off x="8130777" y="3113756"/>
            <a:ext cx="1750349" cy="937919"/>
          </a:xfrm>
          <a:prstGeom prst="rect">
            <a:avLst/>
          </a:prstGeom>
          <a:gradFill>
            <a:gsLst>
              <a:gs pos="0">
                <a:schemeClr val="accent1">
                  <a:lumMod val="5000"/>
                  <a:lumOff val="95000"/>
                  <a:alpha val="25000"/>
                </a:schemeClr>
              </a:gs>
              <a:gs pos="100000">
                <a:srgbClr val="FF0000"/>
              </a:gs>
            </a:gsLst>
            <a:lin ang="12900000" scaled="0"/>
          </a:grad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Connector 66">
            <a:extLst>
              <a:ext uri="{FF2B5EF4-FFF2-40B4-BE49-F238E27FC236}">
                <a16:creationId xmlns:a16="http://schemas.microsoft.com/office/drawing/2014/main" id="{A331CA12-BD33-0864-D2E0-9B17CCF98EA0}"/>
              </a:ext>
            </a:extLst>
          </p:cNvPr>
          <p:cNvCxnSpPr>
            <a:cxnSpLocks/>
          </p:cNvCxnSpPr>
          <p:nvPr/>
        </p:nvCxnSpPr>
        <p:spPr>
          <a:xfrm flipH="1" flipV="1">
            <a:off x="7077828" y="3585527"/>
            <a:ext cx="1051559" cy="3570"/>
          </a:xfrm>
          <a:prstGeom prst="line">
            <a:avLst/>
          </a:prstGeom>
        </p:spPr>
        <p:style>
          <a:lnRef idx="2">
            <a:schemeClr val="dk1"/>
          </a:lnRef>
          <a:fillRef idx="0">
            <a:schemeClr val="dk1"/>
          </a:fillRef>
          <a:effectRef idx="1">
            <a:schemeClr val="dk1"/>
          </a:effectRef>
          <a:fontRef idx="minor">
            <a:schemeClr val="tx1"/>
          </a:fontRef>
        </p:style>
      </p:cxnSp>
      <p:cxnSp>
        <p:nvCxnSpPr>
          <p:cNvPr id="68" name="Straight Connector 67">
            <a:extLst>
              <a:ext uri="{FF2B5EF4-FFF2-40B4-BE49-F238E27FC236}">
                <a16:creationId xmlns:a16="http://schemas.microsoft.com/office/drawing/2014/main" id="{DDDCFE41-37D2-D0BF-B788-793F4B5EBB80}"/>
              </a:ext>
            </a:extLst>
          </p:cNvPr>
          <p:cNvCxnSpPr/>
          <p:nvPr/>
        </p:nvCxnSpPr>
        <p:spPr>
          <a:xfrm flipH="1">
            <a:off x="7543416" y="3507106"/>
            <a:ext cx="132522" cy="77127"/>
          </a:xfrm>
          <a:prstGeom prst="line">
            <a:avLst/>
          </a:prstGeom>
        </p:spPr>
        <p:style>
          <a:lnRef idx="2">
            <a:schemeClr val="dk1"/>
          </a:lnRef>
          <a:fillRef idx="0">
            <a:schemeClr val="dk1"/>
          </a:fillRef>
          <a:effectRef idx="1">
            <a:schemeClr val="dk1"/>
          </a:effectRef>
          <a:fontRef idx="minor">
            <a:schemeClr val="tx1"/>
          </a:fontRef>
        </p:style>
      </p:cxnSp>
      <p:cxnSp>
        <p:nvCxnSpPr>
          <p:cNvPr id="69" name="Straight Connector 68">
            <a:extLst>
              <a:ext uri="{FF2B5EF4-FFF2-40B4-BE49-F238E27FC236}">
                <a16:creationId xmlns:a16="http://schemas.microsoft.com/office/drawing/2014/main" id="{1EE81003-EC10-2A63-11B6-B28FC66471DB}"/>
              </a:ext>
            </a:extLst>
          </p:cNvPr>
          <p:cNvCxnSpPr>
            <a:cxnSpLocks/>
          </p:cNvCxnSpPr>
          <p:nvPr/>
        </p:nvCxnSpPr>
        <p:spPr>
          <a:xfrm flipH="1" flipV="1">
            <a:off x="7543416" y="3584233"/>
            <a:ext cx="132522" cy="77127"/>
          </a:xfrm>
          <a:prstGeom prst="line">
            <a:avLst/>
          </a:prstGeom>
        </p:spPr>
        <p:style>
          <a:lnRef idx="2">
            <a:schemeClr val="dk1"/>
          </a:lnRef>
          <a:fillRef idx="0">
            <a:schemeClr val="dk1"/>
          </a:fillRef>
          <a:effectRef idx="1">
            <a:schemeClr val="dk1"/>
          </a:effectRef>
          <a:fontRef idx="minor">
            <a:schemeClr val="tx1"/>
          </a:fontRef>
        </p:style>
      </p:cxnSp>
      <p:sp>
        <p:nvSpPr>
          <p:cNvPr id="70" name="TextBox 69">
            <a:extLst>
              <a:ext uri="{FF2B5EF4-FFF2-40B4-BE49-F238E27FC236}">
                <a16:creationId xmlns:a16="http://schemas.microsoft.com/office/drawing/2014/main" id="{B85199C4-4B8F-2C42-684F-6A7BEF987CF2}"/>
              </a:ext>
            </a:extLst>
          </p:cNvPr>
          <p:cNvSpPr txBox="1"/>
          <p:nvPr/>
        </p:nvSpPr>
        <p:spPr>
          <a:xfrm>
            <a:off x="7039078" y="3072286"/>
            <a:ext cx="1138879" cy="461665"/>
          </a:xfrm>
          <a:prstGeom prst="rect">
            <a:avLst/>
          </a:prstGeom>
          <a:noFill/>
        </p:spPr>
        <p:txBody>
          <a:bodyPr wrap="square" rtlCol="0">
            <a:spAutoFit/>
          </a:bodyPr>
          <a:lstStyle/>
          <a:p>
            <a:pPr algn="ctr"/>
            <a:r>
              <a:rPr lang="en-US" sz="800" dirty="0"/>
              <a:t>the product of [use agreement] is [product]</a:t>
            </a:r>
          </a:p>
        </p:txBody>
      </p:sp>
    </p:spTree>
    <p:extLst>
      <p:ext uri="{BB962C8B-B14F-4D97-AF65-F5344CB8AC3E}">
        <p14:creationId xmlns:p14="http://schemas.microsoft.com/office/powerpoint/2010/main" val="3157807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38A92A-1DE7-A1F8-F1AE-68F58EE6FE36}"/>
              </a:ext>
            </a:extLst>
          </p:cNvPr>
          <p:cNvSpPr>
            <a:spLocks noGrp="1"/>
          </p:cNvSpPr>
          <p:nvPr>
            <p:ph type="body" sz="quarter" idx="15"/>
          </p:nvPr>
        </p:nvSpPr>
        <p:spPr/>
        <p:txBody>
          <a:bodyPr/>
          <a:lstStyle/>
          <a:p>
            <a:r>
              <a:rPr lang="en-US" dirty="0"/>
              <a:t>PSD for all trees</a:t>
            </a:r>
          </a:p>
        </p:txBody>
      </p:sp>
      <p:sp>
        <p:nvSpPr>
          <p:cNvPr id="73" name="Content Placeholder 72">
            <a:extLst>
              <a:ext uri="{FF2B5EF4-FFF2-40B4-BE49-F238E27FC236}">
                <a16:creationId xmlns:a16="http://schemas.microsoft.com/office/drawing/2014/main" id="{772C435C-D149-7014-9E0A-A2AC06DB6B62}"/>
              </a:ext>
            </a:extLst>
          </p:cNvPr>
          <p:cNvSpPr>
            <a:spLocks noGrp="1"/>
          </p:cNvSpPr>
          <p:nvPr>
            <p:ph sz="quarter" idx="39"/>
          </p:nvPr>
        </p:nvSpPr>
        <p:spPr/>
        <p:txBody>
          <a:bodyPr anchor="ctr"/>
          <a:lstStyle/>
          <a:p>
            <a:pPr>
              <a:buNone/>
            </a:pPr>
            <a:r>
              <a:rPr lang="en-US" dirty="0"/>
              <a:t>The Process Structure Diagram (PSD) contains a compact tree structure on the left side and on the right side the disks of the transaction kind are stretched so the response links and wait links between the coordination acts and facts can be shown.</a:t>
            </a:r>
          </a:p>
          <a:p>
            <a:pPr>
              <a:buNone/>
            </a:pPr>
            <a:r>
              <a:rPr lang="en-US" dirty="0"/>
              <a:t>If nothing is revealed from the narrative the standard structure is response link from the (TK01/pm) to the [TK02/</a:t>
            </a:r>
            <a:r>
              <a:rPr lang="en-US" dirty="0" err="1"/>
              <a:t>rq</a:t>
            </a:r>
            <a:r>
              <a:rPr lang="en-US" dirty="0"/>
              <a:t>] and a wait link between the (TK02/ac) and the [TK01/ex].</a:t>
            </a:r>
          </a:p>
          <a:p>
            <a:pPr>
              <a:buNone/>
            </a:pPr>
            <a:r>
              <a:rPr lang="en-US" dirty="0"/>
              <a:t>The compact tree structure and the transaction kind disks are so aligned, the actor roles on the left side cover the responsible areas of the transaction kinds on the right side.</a:t>
            </a:r>
          </a:p>
          <a:p>
            <a:pPr>
              <a:buNone/>
            </a:pPr>
            <a:r>
              <a:rPr lang="en-US" dirty="0"/>
              <a:t>The product kinds are placed on the transaction kind disk, so the split the order and the result phase. The coordination acts and facts are placed at the right side of the product kind accordingly.</a:t>
            </a:r>
          </a:p>
          <a:p>
            <a:pPr>
              <a:buNone/>
            </a:pPr>
            <a:r>
              <a:rPr lang="en-US" dirty="0"/>
              <a:t>The name of the transaction kind is displayed above or below the transaction kind disk on the right side.</a:t>
            </a:r>
          </a:p>
        </p:txBody>
      </p:sp>
      <p:pic>
        <p:nvPicPr>
          <p:cNvPr id="72" name="Picture 71">
            <a:extLst>
              <a:ext uri="{FF2B5EF4-FFF2-40B4-BE49-F238E27FC236}">
                <a16:creationId xmlns:a16="http://schemas.microsoft.com/office/drawing/2014/main" id="{2489CCD9-9CC3-5A5B-E91F-FDFC835067CF}"/>
              </a:ext>
            </a:extLst>
          </p:cNvPr>
          <p:cNvPicPr>
            <a:picLocks noChangeAspect="1"/>
          </p:cNvPicPr>
          <p:nvPr/>
        </p:nvPicPr>
        <p:blipFill>
          <a:blip r:embed="rId2"/>
          <a:stretch>
            <a:fillRect/>
          </a:stretch>
        </p:blipFill>
        <p:spPr>
          <a:xfrm>
            <a:off x="1002659" y="2102433"/>
            <a:ext cx="4523624" cy="3517697"/>
          </a:xfrm>
          <a:prstGeom prst="rect">
            <a:avLst/>
          </a:prstGeom>
        </p:spPr>
      </p:pic>
    </p:spTree>
    <p:extLst>
      <p:ext uri="{BB962C8B-B14F-4D97-AF65-F5344CB8AC3E}">
        <p14:creationId xmlns:p14="http://schemas.microsoft.com/office/powerpoint/2010/main" val="809791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pPr algn="r"/>
            <a:r>
              <a:rPr lang="en-US" dirty="0">
                <a:solidFill>
                  <a:srgbClr val="FFFFFF"/>
                </a:solidFill>
              </a:rPr>
              <a:t>Thank You</a:t>
            </a:r>
            <a:br>
              <a:rPr lang="en-US" dirty="0">
                <a:solidFill>
                  <a:srgbClr val="FFFFFF"/>
                </a:solidFill>
              </a:rPr>
            </a:br>
            <a:br>
              <a:rPr lang="en-US" dirty="0">
                <a:solidFill>
                  <a:srgbClr val="FFFFFF"/>
                </a:solidFill>
              </a:rPr>
            </a:br>
            <a:r>
              <a:rPr lang="ar-SA" dirty="0">
                <a:solidFill>
                  <a:srgbClr val="FFFFFF"/>
                </a:solidFill>
              </a:rPr>
              <a:t>شكراً لك</a:t>
            </a:r>
            <a:endParaRPr lang="en-US" dirty="0">
              <a:solidFill>
                <a:srgbClr val="FFFFFF"/>
              </a:solidFill>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8A6D632A-5011-49D3-99DE-E32C15CD148E}" vid="{064ACE76-E2AA-405B-BF5B-964320C4C616}"/>
    </a:ext>
  </a:extLst>
</a:theme>
</file>

<file path=ppt/theme/theme2.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Presentation1" id="{8A6D632A-5011-49D3-99DE-E32C15CD148E}" vid="{A38179D7-E2E7-4771-923E-C35D1F1CA56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Basic template DGE EA v4 plus</Template>
  <TotalTime>2313</TotalTime>
  <Words>2762</Words>
  <Application>Microsoft Office PowerPoint</Application>
  <PresentationFormat>Widescreen</PresentationFormat>
  <Paragraphs>474</Paragraphs>
  <Slides>23</Slides>
  <Notes>18</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23</vt:i4>
      </vt:variant>
    </vt:vector>
  </HeadingPairs>
  <TitlesOfParts>
    <vt:vector size="35" baseType="lpstr">
      <vt:lpstr>Aptos</vt:lpstr>
      <vt:lpstr>Aptos Display</vt:lpstr>
      <vt:lpstr>Arial</vt:lpstr>
      <vt:lpstr>Calibri</vt:lpstr>
      <vt:lpstr>Georgia</vt:lpstr>
      <vt:lpstr>Gill Sans MT</vt:lpstr>
      <vt:lpstr>Noto Sans Light</vt:lpstr>
      <vt:lpstr>Noto Sans Medium</vt:lpstr>
      <vt:lpstr>Noto Sans SemiBold</vt:lpstr>
      <vt:lpstr>Wingdings 2</vt:lpstr>
      <vt:lpstr>Office Theme</vt:lpstr>
      <vt:lpstr>Custom</vt:lpstr>
      <vt:lpstr>Retrieve the ontology on narrative with AI</vt:lpstr>
      <vt:lpstr>PowerPoint Presentation</vt:lpstr>
      <vt:lpstr>PowerPoint Presentation</vt:lpstr>
      <vt:lpstr>PowerPoint Presentation</vt:lpstr>
      <vt:lpstr>PowerPoint Presentation</vt:lpstr>
      <vt:lpstr>PowerPoint Presentation</vt:lpstr>
      <vt:lpstr>Expanding the ontology with Informational</vt:lpstr>
      <vt:lpstr>PowerPoint Presentation</vt:lpstr>
      <vt:lpstr>PowerPoint Presentation</vt:lpstr>
      <vt:lpstr>PowerPoint Presentation</vt:lpstr>
      <vt:lpstr>Expanding the ontology with Documental</vt:lpstr>
      <vt:lpstr>PowerPoint Presentation</vt:lpstr>
      <vt:lpstr>Expanding with the “leaf” thought and integrating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شكراً لك</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Kuipers</dc:creator>
  <cp:lastModifiedBy>Peter Kuipers</cp:lastModifiedBy>
  <cp:revision>3</cp:revision>
  <dcterms:created xsi:type="dcterms:W3CDTF">2026-07-06T06:17:08Z</dcterms:created>
  <dcterms:modified xsi:type="dcterms:W3CDTF">2026-09-02T08:57:38Z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1c27b0d-d15d-47ac-9dd4-a321583f4439_Enabled">
    <vt:lpwstr>true</vt:lpwstr>
  </property>
  <property fmtid="{D5CDD505-2E9C-101B-9397-08002B2CF9AE}" pid="3" name="MSIP_Label_81c27b0d-d15d-47ac-9dd4-a321583f4439_SetDate">
    <vt:lpwstr>2026-04-07T06:40:28Z</vt:lpwstr>
  </property>
  <property fmtid="{D5CDD505-2E9C-101B-9397-08002B2CF9AE}" pid="4" name="MSIP_Label_81c27b0d-d15d-47ac-9dd4-a321583f4439_Method">
    <vt:lpwstr>Privileged</vt:lpwstr>
  </property>
  <property fmtid="{D5CDD505-2E9C-101B-9397-08002B2CF9AE}" pid="5" name="MSIP_Label_81c27b0d-d15d-47ac-9dd4-a321583f4439_Name">
    <vt:lpwstr>Open</vt:lpwstr>
  </property>
  <property fmtid="{D5CDD505-2E9C-101B-9397-08002B2CF9AE}" pid="6" name="MSIP_Label_81c27b0d-d15d-47ac-9dd4-a321583f4439_SiteId">
    <vt:lpwstr>0cefd05a-5b38-4ce7-96bb-c31e6e251d18</vt:lpwstr>
  </property>
  <property fmtid="{D5CDD505-2E9C-101B-9397-08002B2CF9AE}" pid="7" name="MSIP_Label_81c27b0d-d15d-47ac-9dd4-a321583f4439_ActionId">
    <vt:lpwstr>9167463a-52e6-4d83-b37c-d7c384ebde0d</vt:lpwstr>
  </property>
  <property fmtid="{D5CDD505-2E9C-101B-9397-08002B2CF9AE}" pid="8" name="MSIP_Label_81c27b0d-d15d-47ac-9dd4-a321583f4439_ContentBits">
    <vt:lpwstr>2</vt:lpwstr>
  </property>
  <property fmtid="{D5CDD505-2E9C-101B-9397-08002B2CF9AE}" pid="9" name="MSIP_Label_81c27b0d-d15d-47ac-9dd4-a321583f4439_Tag">
    <vt:lpwstr>10, 0, 1, 1</vt:lpwstr>
  </property>
  <property fmtid="{D5CDD505-2E9C-101B-9397-08002B2CF9AE}" pid="10" name="ClassificationContentMarkingFooterLocations">
    <vt:lpwstr>Office Theme:8\Custom:8</vt:lpwstr>
  </property>
  <property fmtid="{D5CDD505-2E9C-101B-9397-08002B2CF9AE}" pid="11" name="ClassificationContentMarkingFooterText">
    <vt:lpwstr>OPEN | مفتوحة </vt:lpwstr>
  </property>
</Properties>
</file>